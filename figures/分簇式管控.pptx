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ChatGPT Image 2026年7月14日 12_48_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4165" y="310515"/>
            <a:ext cx="8480425" cy="63601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334260" y="2585720"/>
            <a:ext cx="10509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/>
              <a:t>无中心</a:t>
            </a:r>
            <a:endParaRPr lang="zh-CN" altLang="en-US" sz="1600" b="1"/>
          </a:p>
          <a:p>
            <a:pPr algn="ctr"/>
            <a:r>
              <a:rPr lang="zh-CN" altLang="en-US" sz="1600" b="1"/>
              <a:t>编队</a:t>
            </a:r>
            <a:endParaRPr lang="zh-CN" altLang="en-US" sz="1600" b="1"/>
          </a:p>
        </p:txBody>
      </p:sp>
      <p:sp>
        <p:nvSpPr>
          <p:cNvPr id="6" name="文本框 5"/>
          <p:cNvSpPr txBox="1"/>
          <p:nvPr/>
        </p:nvSpPr>
        <p:spPr>
          <a:xfrm>
            <a:off x="3737610" y="653415"/>
            <a:ext cx="10509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/>
              <a:t>线</a:t>
            </a:r>
            <a:r>
              <a:rPr lang="zh-CN" altLang="en-US" sz="1600" b="1"/>
              <a:t>型</a:t>
            </a:r>
            <a:endParaRPr lang="zh-CN" altLang="en-US" sz="1600" b="1"/>
          </a:p>
          <a:p>
            <a:pPr algn="ctr"/>
            <a:r>
              <a:rPr lang="zh-CN" altLang="en-US" sz="1600" b="1"/>
              <a:t>编队</a:t>
            </a:r>
            <a:endParaRPr lang="zh-CN" altLang="en-US" sz="1600" b="1"/>
          </a:p>
        </p:txBody>
      </p:sp>
      <p:sp>
        <p:nvSpPr>
          <p:cNvPr id="7" name="文本框 6"/>
          <p:cNvSpPr txBox="1"/>
          <p:nvPr/>
        </p:nvSpPr>
        <p:spPr>
          <a:xfrm>
            <a:off x="4441190" y="1551940"/>
            <a:ext cx="10509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/>
              <a:t>中心</a:t>
            </a:r>
            <a:r>
              <a:rPr lang="zh-CN" altLang="en-US" sz="1600" b="1"/>
              <a:t>型</a:t>
            </a:r>
            <a:endParaRPr lang="zh-CN" altLang="en-US" sz="1600" b="1"/>
          </a:p>
          <a:p>
            <a:pPr algn="ctr"/>
            <a:r>
              <a:rPr lang="zh-CN" altLang="en-US" sz="1600" b="1"/>
              <a:t>编队</a:t>
            </a:r>
            <a:endParaRPr lang="zh-CN" altLang="en-US" sz="1600" b="1"/>
          </a:p>
        </p:txBody>
      </p:sp>
      <p:sp>
        <p:nvSpPr>
          <p:cNvPr id="8" name="文本框 7"/>
          <p:cNvSpPr txBox="1"/>
          <p:nvPr/>
        </p:nvSpPr>
        <p:spPr>
          <a:xfrm>
            <a:off x="7134225" y="1551940"/>
            <a:ext cx="105092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/>
              <a:t>星</a:t>
            </a:r>
            <a:r>
              <a:rPr lang="zh-CN" altLang="en-US" sz="1600" b="1"/>
              <a:t>型编队</a:t>
            </a:r>
            <a:endParaRPr lang="zh-CN" altLang="en-US" sz="1600" b="1"/>
          </a:p>
        </p:txBody>
      </p:sp>
      <p:sp>
        <p:nvSpPr>
          <p:cNvPr id="9" name="文本框 8"/>
          <p:cNvSpPr txBox="1"/>
          <p:nvPr/>
        </p:nvSpPr>
        <p:spPr>
          <a:xfrm>
            <a:off x="4377690" y="3512185"/>
            <a:ext cx="111379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600" b="1"/>
              <a:t>LEO</a:t>
            </a:r>
            <a:r>
              <a:rPr lang="zh-CN" altLang="en-US" sz="1600" b="1"/>
              <a:t>卫星</a:t>
            </a:r>
            <a:r>
              <a:rPr lang="zh-CN" altLang="en-US" sz="1600" b="1"/>
              <a:t>群</a:t>
            </a:r>
            <a:endParaRPr lang="zh-CN" altLang="en-US" sz="16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</Words>
  <Application>WPS 演示</Application>
  <PresentationFormat>宽屏</PresentationFormat>
  <Paragraphs>13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郎修璞</dc:creator>
  <cp:lastModifiedBy>Lawyer He</cp:lastModifiedBy>
  <cp:revision>15</cp:revision>
  <dcterms:created xsi:type="dcterms:W3CDTF">2023-08-09T12:44:00Z</dcterms:created>
  <dcterms:modified xsi:type="dcterms:W3CDTF">2026-07-14T05:35:27Z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6310801B91C646D6A9FA3BB593FB69AA_12</vt:lpwstr>
  </property>
</Properties>
</file>
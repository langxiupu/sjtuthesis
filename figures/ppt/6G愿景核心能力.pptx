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20" y="183515"/>
            <a:ext cx="11058525" cy="638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6</cp:revision>
  <dcterms:created xsi:type="dcterms:W3CDTF">2023-08-09T12:44:00Z</dcterms:created>
  <dcterms:modified xsi:type="dcterms:W3CDTF">2026-01-14T01:52:47Z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B721909B03A44A5C8B0ADF56B650E3E2_12</vt:lpwstr>
  </property>
</Properties>
</file>
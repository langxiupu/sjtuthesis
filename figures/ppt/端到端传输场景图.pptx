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media/image7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1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svg"/><Relationship Id="rId8" Type="http://schemas.openxmlformats.org/officeDocument/2006/relationships/image" Target="../media/image8.png"/><Relationship Id="rId7" Type="http://schemas.openxmlformats.org/officeDocument/2006/relationships/image" Target="../media/image7.svg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端到端传输场景图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500" y="391795"/>
            <a:ext cx="7916545" cy="626173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731510" y="1525270"/>
            <a:ext cx="335280" cy="27559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 sz="1200">
                <a:solidFill>
                  <a:srgbClr val="C00000"/>
                </a:solidFill>
                <a:latin typeface="Calibri" panose="020F0502020204030204" charset="0"/>
              </a:rPr>
              <a:t>①</a:t>
            </a:r>
            <a:endParaRPr lang="zh-CN" altLang="en-US" sz="1200">
              <a:solidFill>
                <a:srgbClr val="C00000"/>
              </a:solidFill>
              <a:latin typeface="Calibri" panose="020F05020202040302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479665" y="1517650"/>
            <a:ext cx="335280" cy="27559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 sz="1200">
                <a:solidFill>
                  <a:srgbClr val="C00000"/>
                </a:solidFill>
                <a:latin typeface="Calibri" panose="020F0502020204030204" charset="0"/>
              </a:rPr>
              <a:t>①</a:t>
            </a:r>
            <a:endParaRPr lang="zh-CN" altLang="en-US" sz="1200">
              <a:solidFill>
                <a:srgbClr val="C00000"/>
              </a:solidFill>
              <a:latin typeface="Calibri" panose="020F05020202040302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013065" y="1763395"/>
            <a:ext cx="335280" cy="27559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 sz="1200">
                <a:solidFill>
                  <a:srgbClr val="C00000"/>
                </a:solidFill>
                <a:latin typeface="Calibri" panose="020F0502020204030204" charset="0"/>
              </a:rPr>
              <a:t>①</a:t>
            </a:r>
            <a:endParaRPr lang="zh-CN" altLang="en-US" sz="1200">
              <a:solidFill>
                <a:srgbClr val="C00000"/>
              </a:solidFill>
              <a:latin typeface="Calibri" panose="020F05020202040302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84645" y="2124710"/>
            <a:ext cx="335280" cy="27559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 sz="1200">
                <a:solidFill>
                  <a:schemeClr val="accent1">
                    <a:lumMod val="75000"/>
                  </a:schemeClr>
                </a:solidFill>
                <a:latin typeface="Calibri" panose="020F0502020204030204" charset="0"/>
              </a:rPr>
              <a:t>②</a:t>
            </a:r>
            <a:endParaRPr lang="zh-CN" altLang="en-US" sz="1200">
              <a:solidFill>
                <a:schemeClr val="accent1">
                  <a:lumMod val="75000"/>
                </a:schemeClr>
              </a:solidFill>
              <a:latin typeface="Calibri" panose="020F05020202040302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358255" y="1685925"/>
            <a:ext cx="280670" cy="284480"/>
          </a:xfrm>
          <a:prstGeom prst="rect">
            <a:avLst/>
          </a:prstGeom>
          <a:noFill/>
        </p:spPr>
        <p:txBody>
          <a:bodyPr wrap="none" rtlCol="0" anchor="t">
            <a:noAutofit/>
          </a:bodyPr>
          <a:p>
            <a:r>
              <a:rPr lang="zh-CN" altLang="en-US" sz="1200">
                <a:latin typeface="宋体" panose="02010600030101010101" pitchFamily="2" charset="-122"/>
                <a:ea typeface="宋体" panose="02010600030101010101" pitchFamily="2" charset="-122"/>
              </a:rPr>
              <a:t>✗</a:t>
            </a:r>
            <a:endParaRPr lang="zh-CN" altLang="en-US" sz="12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11" name="图片 10" descr="宣传图片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53480" y="5476240"/>
            <a:ext cx="187960" cy="187960"/>
          </a:xfrm>
          <a:prstGeom prst="rect">
            <a:avLst/>
          </a:prstGeom>
        </p:spPr>
      </p:pic>
      <p:pic>
        <p:nvPicPr>
          <p:cNvPr id="12" name="图片 11" descr="公安监控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33065" y="5118100"/>
            <a:ext cx="198120" cy="198120"/>
          </a:xfrm>
          <a:prstGeom prst="rect">
            <a:avLst/>
          </a:prstGeom>
        </p:spPr>
      </p:pic>
      <p:pic>
        <p:nvPicPr>
          <p:cNvPr id="13" name="图片 12" descr="公安监控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50945" y="5118100"/>
            <a:ext cx="198120" cy="198120"/>
          </a:xfrm>
          <a:prstGeom prst="rect">
            <a:avLst/>
          </a:prstGeom>
        </p:spPr>
      </p:pic>
      <p:pic>
        <p:nvPicPr>
          <p:cNvPr id="14" name="图片 13" descr="视频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86600" y="5374640"/>
            <a:ext cx="223520" cy="223520"/>
          </a:xfrm>
          <a:prstGeom prst="rect">
            <a:avLst/>
          </a:prstGeom>
        </p:spPr>
      </p:pic>
      <p:pic>
        <p:nvPicPr>
          <p:cNvPr id="15" name="图片 14" descr="云端游戏对战手柄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1560" y="4650105"/>
            <a:ext cx="274955" cy="274955"/>
          </a:xfrm>
          <a:prstGeom prst="rect">
            <a:avLst/>
          </a:prstGeom>
        </p:spPr>
      </p:pic>
      <p:grpSp>
        <p:nvGrpSpPr>
          <p:cNvPr id="19" name="组合 18"/>
          <p:cNvGrpSpPr/>
          <p:nvPr/>
        </p:nvGrpSpPr>
        <p:grpSpPr>
          <a:xfrm>
            <a:off x="6063615" y="2716530"/>
            <a:ext cx="1038225" cy="732155"/>
            <a:chOff x="13452" y="3966"/>
            <a:chExt cx="1635" cy="1153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825" y="3966"/>
              <a:ext cx="1262" cy="858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4076" y="4733"/>
              <a:ext cx="856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>
                  <a:latin typeface="宋体" panose="02010600030101010101" pitchFamily="2" charset="-122"/>
                  <a:ea typeface="宋体" panose="02010600030101010101" pitchFamily="2" charset="-122"/>
                </a:rPr>
                <a:t>时间</a:t>
              </a:r>
              <a:endParaRPr lang="zh-CN" altLang="en-US" sz="100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452" y="4105"/>
              <a:ext cx="488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>
                  <a:latin typeface="宋体" panose="02010600030101010101" pitchFamily="2" charset="-122"/>
                  <a:ea typeface="宋体" panose="02010600030101010101" pitchFamily="2" charset="-122"/>
                </a:rPr>
                <a:t>频</a:t>
              </a:r>
              <a:endParaRPr lang="zh-CN" altLang="en-US" sz="100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zh-CN" altLang="en-US" sz="1000">
                  <a:latin typeface="宋体" panose="02010600030101010101" pitchFamily="2" charset="-122"/>
                  <a:ea typeface="宋体" panose="02010600030101010101" pitchFamily="2" charset="-122"/>
                </a:rPr>
                <a:t>率</a:t>
              </a:r>
              <a:endParaRPr lang="zh-CN" altLang="en-US" sz="100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10&quot;:[4530796,4520655,4128087,21549980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WPS 演示</Application>
  <PresentationFormat>宽屏</PresentationFormat>
  <Paragraphs>15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Wingdings 2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20</cp:revision>
  <dcterms:created xsi:type="dcterms:W3CDTF">2023-08-09T12:44:00Z</dcterms:created>
  <dcterms:modified xsi:type="dcterms:W3CDTF">2025-11-14T05:16:15Z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D98D7B6E15174FA6A40ABCA6B18D70C8_12</vt:lpwstr>
  </property>
</Properties>
</file>
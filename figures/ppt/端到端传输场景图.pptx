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端到端传输场景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450" y="422910"/>
            <a:ext cx="7715250" cy="61023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31510" y="1525270"/>
            <a:ext cx="335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>
                <a:solidFill>
                  <a:srgbClr val="C00000"/>
                </a:solidFill>
                <a:latin typeface="Calibri" panose="020F0502020204030204" charset="0"/>
              </a:rPr>
              <a:t>①</a:t>
            </a:r>
            <a:endParaRPr lang="zh-CN" altLang="en-US" sz="1200">
              <a:solidFill>
                <a:srgbClr val="C00000"/>
              </a:solidFill>
              <a:latin typeface="Calibri" panose="020F0502020204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79665" y="1517650"/>
            <a:ext cx="335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>
                <a:solidFill>
                  <a:srgbClr val="C00000"/>
                </a:solidFill>
                <a:latin typeface="Calibri" panose="020F0502020204030204" charset="0"/>
              </a:rPr>
              <a:t>①</a:t>
            </a:r>
            <a:endParaRPr lang="zh-CN" altLang="en-US" sz="1200">
              <a:solidFill>
                <a:srgbClr val="C00000"/>
              </a:solidFill>
              <a:latin typeface="Calibri" panose="020F0502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13065" y="1763395"/>
            <a:ext cx="335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>
                <a:solidFill>
                  <a:srgbClr val="C00000"/>
                </a:solidFill>
                <a:latin typeface="Calibri" panose="020F0502020204030204" charset="0"/>
              </a:rPr>
              <a:t>①</a:t>
            </a:r>
            <a:endParaRPr lang="zh-CN" altLang="en-US" sz="1200">
              <a:solidFill>
                <a:srgbClr val="C00000"/>
              </a:solidFill>
              <a:latin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84645" y="2124710"/>
            <a:ext cx="335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</a:rPr>
              <a:t>②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58255" y="1685925"/>
            <a:ext cx="280670" cy="28448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✗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 descr="宣传图片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480" y="5476240"/>
            <a:ext cx="187960" cy="187960"/>
          </a:xfrm>
          <a:prstGeom prst="rect">
            <a:avLst/>
          </a:prstGeom>
        </p:spPr>
      </p:pic>
      <p:pic>
        <p:nvPicPr>
          <p:cNvPr id="12" name="图片 11" descr="公安监控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3065" y="5118100"/>
            <a:ext cx="198120" cy="198120"/>
          </a:xfrm>
          <a:prstGeom prst="rect">
            <a:avLst/>
          </a:prstGeom>
        </p:spPr>
      </p:pic>
      <p:pic>
        <p:nvPicPr>
          <p:cNvPr id="13" name="图片 12" descr="公安监控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945" y="5118100"/>
            <a:ext cx="198120" cy="198120"/>
          </a:xfrm>
          <a:prstGeom prst="rect">
            <a:avLst/>
          </a:prstGeom>
        </p:spPr>
      </p:pic>
      <p:pic>
        <p:nvPicPr>
          <p:cNvPr id="14" name="图片 13" descr="视频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5960" y="5289550"/>
            <a:ext cx="223520" cy="223520"/>
          </a:xfrm>
          <a:prstGeom prst="rect">
            <a:avLst/>
          </a:prstGeom>
        </p:spPr>
      </p:pic>
      <p:pic>
        <p:nvPicPr>
          <p:cNvPr id="15" name="图片 14" descr="云端游戏对战手柄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1560" y="4650105"/>
            <a:ext cx="274955" cy="27495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6063615" y="2716530"/>
            <a:ext cx="1038225" cy="732155"/>
            <a:chOff x="13452" y="3966"/>
            <a:chExt cx="1635" cy="1153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825" y="3966"/>
              <a:ext cx="1262" cy="858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4076" y="4733"/>
              <a:ext cx="85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>
                  <a:latin typeface="宋体" panose="02010600030101010101" pitchFamily="2" charset="-122"/>
                  <a:ea typeface="宋体" panose="02010600030101010101" pitchFamily="2" charset="-122"/>
                </a:rPr>
                <a:t>时间</a:t>
              </a:r>
              <a:endParaRPr lang="zh-CN" altLang="en-US" sz="1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3452" y="4105"/>
              <a:ext cx="4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>
                  <a:latin typeface="宋体" panose="02010600030101010101" pitchFamily="2" charset="-122"/>
                  <a:ea typeface="宋体" panose="02010600030101010101" pitchFamily="2" charset="-122"/>
                </a:rPr>
                <a:t>频</a:t>
              </a:r>
              <a:endParaRPr lang="zh-CN" altLang="en-US" sz="10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000">
                  <a:latin typeface="宋体" panose="02010600030101010101" pitchFamily="2" charset="-122"/>
                  <a:ea typeface="宋体" panose="02010600030101010101" pitchFamily="2" charset="-122"/>
                </a:rPr>
                <a:t>率</a:t>
              </a:r>
              <a:endParaRPr lang="zh-CN" altLang="en-US" sz="1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4530796,4520655,4128087,2154998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24</cp:revision>
  <dcterms:created xsi:type="dcterms:W3CDTF">2023-08-09T12:44:00Z</dcterms:created>
  <dcterms:modified xsi:type="dcterms:W3CDTF">2025-11-18T02:29:52Z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D98D7B6E15174FA6A40ABCA6B18D70C8_12</vt:lpwstr>
  </property>
</Properties>
</file>
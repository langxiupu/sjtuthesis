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矩形 3"/>
          <p:cNvSpPr/>
          <p:nvPr/>
        </p:nvSpPr>
        <p:spPr>
          <a:xfrm>
            <a:off x="2789555" y="702945"/>
            <a:ext cx="5760720" cy="4540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3237865" y="744855"/>
            <a:ext cx="4863465" cy="33718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zh-CN" altLang="en-US" sz="1600" b="1"/>
              <a:t>端到端 </a:t>
            </a:r>
            <a:r>
              <a:rPr lang="en-US" altLang="zh-CN" sz="1600" b="1"/>
              <a:t>QoS </a:t>
            </a:r>
            <a:r>
              <a:rPr lang="zh-CN" altLang="en-US" sz="1600" b="1"/>
              <a:t>保障的</a:t>
            </a:r>
            <a:r>
              <a:rPr lang="en-US" altLang="zh-CN" sz="1600" b="1">
                <a:sym typeface="+mn-ea"/>
              </a:rPr>
              <a:t>LEO</a:t>
            </a:r>
            <a:r>
              <a:rPr lang="zh-CN" altLang="en-US" sz="1600" b="1">
                <a:sym typeface="+mn-ea"/>
              </a:rPr>
              <a:t>卫星</a:t>
            </a:r>
            <a:r>
              <a:rPr lang="zh-CN" altLang="en-US" sz="1600" b="1"/>
              <a:t>分布式协同资源管控研究</a:t>
            </a:r>
            <a:endParaRPr lang="zh-CN" altLang="en-US" sz="1600" b="1"/>
          </a:p>
        </p:txBody>
      </p:sp>
      <p:sp>
        <p:nvSpPr>
          <p:cNvPr id="6" name="下箭头 5"/>
          <p:cNvSpPr/>
          <p:nvPr/>
        </p:nvSpPr>
        <p:spPr>
          <a:xfrm>
            <a:off x="3402330" y="1264920"/>
            <a:ext cx="396875" cy="396875"/>
          </a:xfrm>
          <a:prstGeom prst="downArrow">
            <a:avLst/>
          </a:prstGeom>
          <a:gradFill>
            <a:gsLst>
              <a:gs pos="50000">
                <a:schemeClr val="accent1"/>
              </a:gs>
              <a:gs pos="0">
                <a:schemeClr val="accent1">
                  <a:lumMod val="25000"/>
                  <a:lumOff val="75000"/>
                </a:schemeClr>
              </a:gs>
              <a:gs pos="100000">
                <a:schemeClr val="accent1">
                  <a:lumMod val="85000"/>
                </a:schemeClr>
              </a:gs>
            </a:gsLst>
            <a:lin ang="5400000" scaled="1"/>
          </a:gra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362075" y="1506220"/>
            <a:ext cx="1078230" cy="33718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zh-CN" altLang="en-US" sz="1600" b="1"/>
              <a:t>研究</a:t>
            </a:r>
            <a:r>
              <a:rPr lang="zh-CN" altLang="en-US" sz="1600" b="1"/>
              <a:t>场景</a:t>
            </a:r>
            <a:endParaRPr lang="zh-CN" altLang="en-US" sz="1600" b="1"/>
          </a:p>
        </p:txBody>
      </p:sp>
      <p:sp>
        <p:nvSpPr>
          <p:cNvPr id="8" name="文本框 7"/>
          <p:cNvSpPr txBox="1"/>
          <p:nvPr/>
        </p:nvSpPr>
        <p:spPr>
          <a:xfrm>
            <a:off x="1362075" y="1843405"/>
            <a:ext cx="1078230" cy="583565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zh-CN" altLang="en-US" sz="1600" b="1"/>
              <a:t>（业务承载</a:t>
            </a:r>
            <a:r>
              <a:rPr lang="zh-CN" altLang="en-US" sz="1600" b="1"/>
              <a:t>环节）</a:t>
            </a:r>
            <a:endParaRPr lang="zh-CN" altLang="en-US" sz="1600" b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</Words>
  <Application>WPS 演示</Application>
  <PresentationFormat>宽屏</PresentationFormat>
  <Paragraphs>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Arial</vt:lpstr>
      <vt:lpstr>宋体</vt:lpstr>
      <vt:lpstr>Wingdings</vt:lpstr>
      <vt:lpstr>Arial Unicode MS</vt:lpstr>
      <vt:lpstr>Calibri</vt:lpstr>
      <vt:lpstr>微软雅黑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郎修璞</dc:creator>
  <cp:lastModifiedBy>Lawyer He</cp:lastModifiedBy>
  <cp:revision>11</cp:revision>
  <dcterms:created xsi:type="dcterms:W3CDTF">2023-08-09T12:44:00Z</dcterms:created>
  <dcterms:modified xsi:type="dcterms:W3CDTF">2026-06-29T15:35:24Z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82E270E24820429391A6C26D26E19FB8_12</vt:lpwstr>
  </property>
</Properties>
</file>
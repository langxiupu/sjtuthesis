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WPS 演示</Application>
  <PresentationFormat>宽屏</PresentationFormat>
  <Paragraphs>0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Arial</vt:lpstr>
      <vt:lpstr>宋体</vt:lpstr>
      <vt:lpstr>Wingdings</vt:lpstr>
      <vt:lpstr>Arial Unicode MS</vt:lpstr>
      <vt:lpstr>Calibri</vt:lpstr>
      <vt:lpstr>微软雅黑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郎修璞</dc:creator>
  <cp:lastModifiedBy>Lawyer He</cp:lastModifiedBy>
  <cp:revision>6</cp:revision>
  <dcterms:created xsi:type="dcterms:W3CDTF">2023-08-09T12:44:00Z</dcterms:created>
  <dcterms:modified xsi:type="dcterms:W3CDTF">2026-06-29T14:07:36Z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82E270E24820429391A6C26D26E19FB8_12</vt:lpwstr>
  </property>
</Properties>
</file>
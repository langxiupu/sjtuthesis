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960245" y="753110"/>
            <a:ext cx="1226185" cy="45421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mpd="sng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7</cp:revision>
  <dcterms:created xsi:type="dcterms:W3CDTF">2023-08-09T12:44:00Z</dcterms:created>
  <dcterms:modified xsi:type="dcterms:W3CDTF">2026-07-10T14:03:27Z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3360588FA6E44AE29E4384D87E7FDB3E_12</vt:lpwstr>
  </property>
</Properties>
</file>
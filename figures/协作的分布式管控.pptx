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91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2CC"/>
    <a:srgbClr val="BDD7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9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协作式的分布式管控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09875" y="1000125"/>
            <a:ext cx="6572250" cy="485775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2847340" y="2819400"/>
            <a:ext cx="492760" cy="386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矩形 6"/>
          <p:cNvSpPr/>
          <p:nvPr/>
        </p:nvSpPr>
        <p:spPr>
          <a:xfrm>
            <a:off x="3060700" y="2961640"/>
            <a:ext cx="492760" cy="386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2809875" y="2929890"/>
            <a:ext cx="966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邻居卫星</a:t>
            </a:r>
            <a:r>
              <a:rPr lang="en-US" altLang="zh-CN" sz="1200"/>
              <a:t> 1</a:t>
            </a:r>
            <a:endParaRPr lang="en-US" altLang="zh-CN" sz="1200"/>
          </a:p>
        </p:txBody>
      </p:sp>
      <p:sp>
        <p:nvSpPr>
          <p:cNvPr id="9" name="矩形 8"/>
          <p:cNvSpPr/>
          <p:nvPr/>
        </p:nvSpPr>
        <p:spPr>
          <a:xfrm>
            <a:off x="7231380" y="2702560"/>
            <a:ext cx="624205" cy="386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7153275" y="2929890"/>
            <a:ext cx="966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邻居卫星</a:t>
            </a:r>
            <a:r>
              <a:rPr lang="en-US" altLang="zh-CN" sz="1200"/>
              <a:t> 2</a:t>
            </a:r>
            <a:endParaRPr lang="en-US" altLang="zh-CN" sz="1200"/>
          </a:p>
        </p:txBody>
      </p:sp>
      <p:sp>
        <p:nvSpPr>
          <p:cNvPr id="11" name="矩形 10"/>
          <p:cNvSpPr/>
          <p:nvPr/>
        </p:nvSpPr>
        <p:spPr>
          <a:xfrm>
            <a:off x="4208780" y="1503680"/>
            <a:ext cx="887730" cy="2844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4208780" y="1416050"/>
            <a:ext cx="9664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rgbClr val="C00000"/>
                </a:solidFill>
              </a:rPr>
              <a:t>信息汇总</a:t>
            </a:r>
            <a:endParaRPr lang="zh-CN" altLang="en-US" sz="1200">
              <a:solidFill>
                <a:srgbClr val="C00000"/>
              </a:solidFill>
            </a:endParaRPr>
          </a:p>
          <a:p>
            <a:pPr algn="ctr"/>
            <a:r>
              <a:rPr lang="zh-CN" altLang="en-US" sz="1200">
                <a:solidFill>
                  <a:srgbClr val="C00000"/>
                </a:solidFill>
              </a:rPr>
              <a:t>检测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254500" y="2636520"/>
            <a:ext cx="766445" cy="386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/>
        </p:nvSpPr>
        <p:spPr>
          <a:xfrm>
            <a:off x="4320540" y="2702560"/>
            <a:ext cx="966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决策</a:t>
            </a:r>
            <a:r>
              <a:rPr lang="zh-CN" altLang="en-US" sz="1200"/>
              <a:t>卫星</a:t>
            </a:r>
            <a:endParaRPr lang="zh-CN" altLang="en-US" sz="1200"/>
          </a:p>
        </p:txBody>
      </p:sp>
      <p:sp>
        <p:nvSpPr>
          <p:cNvPr id="16" name="矩形 15"/>
          <p:cNvSpPr/>
          <p:nvPr/>
        </p:nvSpPr>
        <p:spPr>
          <a:xfrm>
            <a:off x="7419975" y="3576320"/>
            <a:ext cx="147193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文本框 14"/>
          <p:cNvSpPr txBox="1"/>
          <p:nvPr/>
        </p:nvSpPr>
        <p:spPr>
          <a:xfrm>
            <a:off x="7814945" y="3550920"/>
            <a:ext cx="7943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数据包</a:t>
            </a:r>
            <a:endParaRPr lang="zh-CN" altLang="en-US" sz="1200"/>
          </a:p>
        </p:txBody>
      </p:sp>
      <p:sp>
        <p:nvSpPr>
          <p:cNvPr id="17" name="矩形 16"/>
          <p:cNvSpPr/>
          <p:nvPr/>
        </p:nvSpPr>
        <p:spPr>
          <a:xfrm>
            <a:off x="7292975" y="4663440"/>
            <a:ext cx="1827530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7515860" y="4616450"/>
            <a:ext cx="128079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上行链路</a:t>
            </a:r>
            <a:r>
              <a:rPr lang="zh-CN" altLang="en-US" sz="1200"/>
              <a:t>预处理</a:t>
            </a:r>
            <a:endParaRPr lang="zh-CN" altLang="en-US" sz="1200"/>
          </a:p>
        </p:txBody>
      </p:sp>
      <p:sp>
        <p:nvSpPr>
          <p:cNvPr id="19" name="矩形 18"/>
          <p:cNvSpPr/>
          <p:nvPr/>
        </p:nvSpPr>
        <p:spPr>
          <a:xfrm>
            <a:off x="7379335" y="4993640"/>
            <a:ext cx="476250" cy="28956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0" name="矩形 19"/>
          <p:cNvSpPr/>
          <p:nvPr/>
        </p:nvSpPr>
        <p:spPr>
          <a:xfrm>
            <a:off x="8133080" y="4958080"/>
            <a:ext cx="836930" cy="32512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文本框 20"/>
          <p:cNvSpPr txBox="1"/>
          <p:nvPr/>
        </p:nvSpPr>
        <p:spPr>
          <a:xfrm>
            <a:off x="7379335" y="4921250"/>
            <a:ext cx="514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定时</a:t>
            </a:r>
            <a:endParaRPr lang="zh-CN" altLang="en-US" sz="1000"/>
          </a:p>
          <a:p>
            <a:r>
              <a:rPr lang="zh-CN" altLang="en-US" sz="1000"/>
              <a:t>校准</a:t>
            </a:r>
            <a:endParaRPr lang="zh-CN" altLang="en-US" sz="1000"/>
          </a:p>
        </p:txBody>
      </p:sp>
      <p:sp>
        <p:nvSpPr>
          <p:cNvPr id="22" name="文本框 21"/>
          <p:cNvSpPr txBox="1"/>
          <p:nvPr/>
        </p:nvSpPr>
        <p:spPr>
          <a:xfrm>
            <a:off x="8327390" y="4921250"/>
            <a:ext cx="51498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000"/>
              <a:t>频率</a:t>
            </a:r>
            <a:endParaRPr lang="zh-CN" altLang="en-US" sz="1000"/>
          </a:p>
          <a:p>
            <a:r>
              <a:rPr lang="zh-CN" altLang="en-US" sz="1000"/>
              <a:t>补偿</a:t>
            </a:r>
            <a:endParaRPr lang="zh-CN" altLang="en-US" sz="1000"/>
          </a:p>
        </p:txBody>
      </p:sp>
      <p:sp>
        <p:nvSpPr>
          <p:cNvPr id="23" name="矩形 22"/>
          <p:cNvSpPr/>
          <p:nvPr/>
        </p:nvSpPr>
        <p:spPr>
          <a:xfrm>
            <a:off x="4208780" y="5405120"/>
            <a:ext cx="755650" cy="22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4" name="矩形 23"/>
          <p:cNvSpPr/>
          <p:nvPr/>
        </p:nvSpPr>
        <p:spPr>
          <a:xfrm>
            <a:off x="4478020" y="4993640"/>
            <a:ext cx="755650" cy="228600"/>
          </a:xfrm>
          <a:prstGeom prst="rect">
            <a:avLst/>
          </a:prstGeom>
          <a:solidFill>
            <a:srgbClr val="FFF2CC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4220845" y="4890770"/>
            <a:ext cx="79438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激活</a:t>
            </a:r>
            <a:r>
              <a:rPr lang="zh-CN" altLang="en-US" sz="1200"/>
              <a:t>用户</a:t>
            </a:r>
            <a:endParaRPr lang="zh-CN" altLang="en-US" sz="1200"/>
          </a:p>
        </p:txBody>
      </p:sp>
      <p:sp>
        <p:nvSpPr>
          <p:cNvPr id="26" name="文本框 25"/>
          <p:cNvSpPr txBox="1"/>
          <p:nvPr/>
        </p:nvSpPr>
        <p:spPr>
          <a:xfrm>
            <a:off x="4115435" y="5320030"/>
            <a:ext cx="98107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200"/>
              <a:t>未激活</a:t>
            </a:r>
            <a:r>
              <a:rPr lang="zh-CN" altLang="en-US" sz="1200"/>
              <a:t>用户</a:t>
            </a:r>
            <a:endParaRPr lang="zh-CN" altLang="en-US" sz="1200"/>
          </a:p>
        </p:txBody>
      </p:sp>
      <p:sp>
        <p:nvSpPr>
          <p:cNvPr id="27" name="矩形 26"/>
          <p:cNvSpPr/>
          <p:nvPr/>
        </p:nvSpPr>
        <p:spPr>
          <a:xfrm>
            <a:off x="5636895" y="1117600"/>
            <a:ext cx="989965" cy="355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8" name="文本框 27"/>
          <p:cNvSpPr txBox="1"/>
          <p:nvPr/>
        </p:nvSpPr>
        <p:spPr>
          <a:xfrm>
            <a:off x="5660390" y="1117600"/>
            <a:ext cx="9664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rgbClr val="C00000"/>
                </a:solidFill>
              </a:rPr>
              <a:t>信息</a:t>
            </a:r>
            <a:r>
              <a:rPr lang="zh-CN" altLang="en-US" sz="1200">
                <a:solidFill>
                  <a:srgbClr val="C00000"/>
                </a:solidFill>
              </a:rPr>
              <a:t>交互</a:t>
            </a:r>
            <a:endParaRPr lang="zh-CN" altLang="en-US" sz="1200">
              <a:solidFill>
                <a:srgbClr val="C00000"/>
              </a:solidFill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5636895" y="1416050"/>
            <a:ext cx="989965" cy="228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5763895" y="1715770"/>
            <a:ext cx="81788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3" name="文本框 32"/>
          <p:cNvSpPr txBox="1"/>
          <p:nvPr/>
        </p:nvSpPr>
        <p:spPr>
          <a:xfrm>
            <a:off x="5814060" y="1473200"/>
            <a:ext cx="7677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活跃度信息</a:t>
            </a:r>
            <a:endParaRPr lang="zh-CN" altLang="en-US" sz="800" b="1"/>
          </a:p>
        </p:txBody>
      </p:sp>
      <p:sp>
        <p:nvSpPr>
          <p:cNvPr id="31" name="文本框 30"/>
          <p:cNvSpPr txBox="1"/>
          <p:nvPr/>
        </p:nvSpPr>
        <p:spPr>
          <a:xfrm>
            <a:off x="5873750" y="1667510"/>
            <a:ext cx="66738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多维决策</a:t>
            </a:r>
            <a:endParaRPr lang="zh-CN" altLang="en-US" sz="800" b="1"/>
          </a:p>
        </p:txBody>
      </p:sp>
      <p:sp>
        <p:nvSpPr>
          <p:cNvPr id="34" name="矩形 33"/>
          <p:cNvSpPr/>
          <p:nvPr/>
        </p:nvSpPr>
        <p:spPr>
          <a:xfrm>
            <a:off x="5814060" y="1914525"/>
            <a:ext cx="817880" cy="127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5855335" y="1871345"/>
            <a:ext cx="767715" cy="2139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800" b="1"/>
              <a:t>数据收集</a:t>
            </a:r>
            <a:endParaRPr lang="zh-CN" altLang="en-US" sz="800" b="1"/>
          </a:p>
        </p:txBody>
      </p:sp>
      <p:sp>
        <p:nvSpPr>
          <p:cNvPr id="37" name="矩形 36"/>
          <p:cNvSpPr/>
          <p:nvPr/>
        </p:nvSpPr>
        <p:spPr>
          <a:xfrm>
            <a:off x="7430135" y="1290320"/>
            <a:ext cx="1550035" cy="498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7379335" y="1328420"/>
            <a:ext cx="161036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>
                <a:solidFill>
                  <a:srgbClr val="C00000"/>
                </a:solidFill>
              </a:rPr>
              <a:t>联合活跃用户检测、</a:t>
            </a:r>
            <a:endParaRPr lang="zh-CN" altLang="en-US" sz="1200">
              <a:solidFill>
                <a:srgbClr val="C00000"/>
              </a:solidFill>
            </a:endParaRPr>
          </a:p>
          <a:p>
            <a:pPr algn="ctr"/>
            <a:r>
              <a:rPr lang="zh-CN" altLang="en-US" sz="1200">
                <a:solidFill>
                  <a:srgbClr val="C00000"/>
                </a:solidFill>
              </a:rPr>
              <a:t>信道估计、数据收集</a:t>
            </a:r>
            <a:endParaRPr lang="zh-CN" altLang="en-US" sz="1200">
              <a:solidFill>
                <a:srgbClr val="C00000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84</Words>
  <Application>WPS 演示</Application>
  <PresentationFormat>宽屏</PresentationFormat>
  <Paragraphs>34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Arial</vt:lpstr>
      <vt:lpstr>宋体</vt:lpstr>
      <vt:lpstr>Wingdings</vt:lpstr>
      <vt:lpstr>Arial Unicode MS</vt:lpstr>
      <vt:lpstr>Calibri</vt:lpstr>
      <vt:lpstr>微软雅黑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郎修璞</dc:creator>
  <cp:lastModifiedBy>Lawyer He</cp:lastModifiedBy>
  <cp:revision>32</cp:revision>
  <dcterms:created xsi:type="dcterms:W3CDTF">2023-08-09T12:44:00Z</dcterms:created>
  <dcterms:modified xsi:type="dcterms:W3CDTF">2026-07-14T05:33:17Z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9A86808839084B76AA66978BE59EAF42_12</vt:lpwstr>
  </property>
</Properties>
</file>
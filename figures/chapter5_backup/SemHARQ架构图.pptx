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3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32205"/>
            <a:ext cx="12134850" cy="461454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278890" y="2672080"/>
            <a:ext cx="537845" cy="346075"/>
          </a:xfrm>
          <a:prstGeom prst="rect">
            <a:avLst/>
          </a:prstGeom>
          <a:solidFill>
            <a:srgbClr val="FCF3D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46505" y="2645410"/>
            <a:ext cx="60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图像</a:t>
            </a:r>
            <a:endParaRPr lang="zh-CN" altLang="en-US" sz="1200"/>
          </a:p>
          <a:p>
            <a:r>
              <a:rPr lang="zh-CN" altLang="en-US" sz="1200"/>
              <a:t>分块</a:t>
            </a:r>
            <a:endParaRPr lang="zh-CN" altLang="en-US" sz="1200"/>
          </a:p>
        </p:txBody>
      </p:sp>
      <p:sp>
        <p:nvSpPr>
          <p:cNvPr id="8" name="矩形 7"/>
          <p:cNvSpPr/>
          <p:nvPr/>
        </p:nvSpPr>
        <p:spPr>
          <a:xfrm>
            <a:off x="2371090" y="2193290"/>
            <a:ext cx="596265" cy="346075"/>
          </a:xfrm>
          <a:prstGeom prst="rect">
            <a:avLst/>
          </a:prstGeom>
          <a:solidFill>
            <a:srgbClr val="FCF3D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08225" y="2009140"/>
            <a:ext cx="7448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首轮</a:t>
            </a:r>
            <a:endParaRPr lang="zh-CN" altLang="en-US" sz="1400"/>
          </a:p>
          <a:p>
            <a:pPr algn="ctr"/>
            <a:r>
              <a:rPr lang="en-US" altLang="zh-CN" sz="1400"/>
              <a:t>JSCC</a:t>
            </a:r>
            <a:endParaRPr lang="en-US" altLang="zh-CN" sz="1400"/>
          </a:p>
          <a:p>
            <a:pPr algn="ctr"/>
            <a:r>
              <a:rPr lang="zh-CN" altLang="en-US" sz="1400"/>
              <a:t>编码器</a:t>
            </a:r>
            <a:endParaRPr lang="zh-CN" altLang="en-US" sz="1400"/>
          </a:p>
        </p:txBody>
      </p:sp>
      <p:sp>
        <p:nvSpPr>
          <p:cNvPr id="10" name="矩形 9"/>
          <p:cNvSpPr/>
          <p:nvPr/>
        </p:nvSpPr>
        <p:spPr>
          <a:xfrm>
            <a:off x="5029835" y="4267835"/>
            <a:ext cx="596265" cy="346075"/>
          </a:xfrm>
          <a:prstGeom prst="rect">
            <a:avLst/>
          </a:prstGeom>
          <a:solidFill>
            <a:srgbClr val="FCF3D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396490" y="3352800"/>
            <a:ext cx="570865" cy="544830"/>
          </a:xfrm>
          <a:prstGeom prst="rect">
            <a:avLst/>
          </a:prstGeom>
          <a:solidFill>
            <a:srgbClr val="FCF3D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313940" y="3298190"/>
            <a:ext cx="7448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重传</a:t>
            </a:r>
            <a:endParaRPr lang="zh-CN" altLang="en-US" sz="1400"/>
          </a:p>
          <a:p>
            <a:pPr algn="ctr"/>
            <a:r>
              <a:rPr lang="zh-CN" altLang="en-US" sz="1400"/>
              <a:t>增量</a:t>
            </a:r>
            <a:endParaRPr lang="zh-CN" altLang="en-US" sz="1400"/>
          </a:p>
          <a:p>
            <a:pPr algn="ctr"/>
            <a:r>
              <a:rPr lang="zh-CN" altLang="en-US" sz="1400"/>
              <a:t>编码器</a:t>
            </a:r>
            <a:endParaRPr lang="zh-CN" alt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演示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14</cp:revision>
  <dcterms:created xsi:type="dcterms:W3CDTF">2023-08-09T12:44:00Z</dcterms:created>
  <dcterms:modified xsi:type="dcterms:W3CDTF">2026-07-02T02:16:16Z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BC33C5AE19BB4F0FABDDC351EBFCC33A_12</vt:lpwstr>
  </property>
</Properties>
</file>
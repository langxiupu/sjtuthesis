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27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ystem_model.p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66040"/>
            <a:ext cx="1218501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14060" y="2915920"/>
            <a:ext cx="1150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星地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莱斯衰落信道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95145" y="1978660"/>
            <a:ext cx="802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图像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分块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14040" y="1885950"/>
            <a:ext cx="802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粗粒度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编码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78985" y="1885950"/>
            <a:ext cx="802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重传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调制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编码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79745" y="4374515"/>
            <a:ext cx="885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HARQ</a:t>
            </a:r>
            <a:endParaRPr lang="en-US" altLang="zh-CN" sz="12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轮次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94685" y="4413885"/>
            <a:ext cx="885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Top-</a:t>
            </a:r>
            <a:r>
              <a:rPr lang="en-US" altLang="zh-CN" sz="12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K</a:t>
            </a:r>
            <a:endParaRPr lang="en-US" altLang="zh-CN" sz="12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硬编码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099550" y="2299335"/>
            <a:ext cx="9442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图像重建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149840" y="2299335"/>
            <a:ext cx="10629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下游任务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头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55305" y="2254250"/>
            <a:ext cx="885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历史</a:t>
            </a:r>
            <a:r>
              <a:rPr lang="zh-CN" altLang="en-US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融合</a:t>
            </a:r>
            <a:endParaRPr lang="zh-CN" altLang="en-US" sz="12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11060" y="2070735"/>
            <a:ext cx="885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解码器</a:t>
            </a:r>
            <a:endParaRPr lang="zh-CN" altLang="en-US" sz="12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994900" y="4325620"/>
            <a:ext cx="14192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块价值评估与</a:t>
            </a:r>
            <a:r>
              <a:rPr lang="zh-CN" altLang="en-US" sz="1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选择</a:t>
            </a:r>
            <a:endParaRPr lang="zh-CN" altLang="en-US" sz="12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2430" y="3735070"/>
            <a:ext cx="885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原始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遥感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图像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WPS 演示</Application>
  <PresentationFormat>宽屏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黑体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38</cp:revision>
  <dcterms:created xsi:type="dcterms:W3CDTF">2023-08-09T12:44:00Z</dcterms:created>
  <dcterms:modified xsi:type="dcterms:W3CDTF">2026-06-10T06:02:47Z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F6B201332E0941C493A38FAD12DA5426_12</vt:lpwstr>
  </property>
</Properties>
</file>
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7.svg" ContentType="image/svg+xml"/>
  <Override PartName="/ppt/media/image19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9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9"/>
        <p:guide pos="39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圆角矩形 5"/>
          <p:cNvSpPr/>
          <p:nvPr/>
        </p:nvSpPr>
        <p:spPr>
          <a:xfrm>
            <a:off x="2372360" y="637540"/>
            <a:ext cx="2350770" cy="10674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ChatGPT Image 2026年3月15日 16_58_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175" y="626745"/>
            <a:ext cx="2009140" cy="1339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51505" y="640715"/>
            <a:ext cx="81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LSTM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en-US" altLang="zh-CN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683956" y="672719"/>
                <a:ext cx="63436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956" y="672719"/>
                <a:ext cx="634365" cy="368300"/>
              </a:xfrm>
              <a:prstGeom prst="rect">
                <a:avLst/>
              </a:prstGeom>
              <a:blipFill rotWithShape="1">
                <a:blip r:embed="rId2"/>
                <a:stretch>
                  <a:fillRect l="-90" t="-69" r="9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/>
          <p:cNvCxnSpPr/>
          <p:nvPr/>
        </p:nvCxnSpPr>
        <p:spPr>
          <a:xfrm flipV="1">
            <a:off x="1783715" y="1037590"/>
            <a:ext cx="560070" cy="31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1783715" y="1461135"/>
            <a:ext cx="560070" cy="31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726501" y="1112774"/>
                <a:ext cx="6743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501" y="1112774"/>
                <a:ext cx="674370" cy="368300"/>
              </a:xfrm>
              <a:prstGeom prst="rect">
                <a:avLst/>
              </a:prstGeom>
              <a:blipFill rotWithShape="1">
                <a:blip r:embed="rId3"/>
                <a:stretch>
                  <a:fillRect l="-85" t="-69" r="8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>
            <a:stCxn id="6" idx="3"/>
          </p:cNvCxnSpPr>
          <p:nvPr/>
        </p:nvCxnSpPr>
        <p:spPr>
          <a:xfrm>
            <a:off x="4723130" y="1171575"/>
            <a:ext cx="505460" cy="254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834191" y="1174369"/>
                <a:ext cx="5124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91" y="1174369"/>
                <a:ext cx="512445" cy="368300"/>
              </a:xfrm>
              <a:prstGeom prst="rect">
                <a:avLst/>
              </a:prstGeom>
              <a:blipFill rotWithShape="1">
                <a:blip r:embed="rId4"/>
                <a:stretch>
                  <a:fillRect l="-111" t="-69" r="11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圆角矩形 13"/>
          <p:cNvSpPr/>
          <p:nvPr/>
        </p:nvSpPr>
        <p:spPr>
          <a:xfrm>
            <a:off x="2374265" y="2230120"/>
            <a:ext cx="2350770" cy="10674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n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15" y="2250440"/>
            <a:ext cx="5892165" cy="1348105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>
            <a:off x="665480" y="2799080"/>
            <a:ext cx="1678305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353121" y="2404364"/>
                <a:ext cx="4305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accent6">
                      <a:lumMod val="7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121" y="2404364"/>
                <a:ext cx="430530" cy="368300"/>
              </a:xfrm>
              <a:prstGeom prst="rect">
                <a:avLst/>
              </a:prstGeom>
              <a:blipFill rotWithShape="1">
                <a:blip r:embed="rId7"/>
                <a:stretch>
                  <a:fillRect l="-133" t="-69" r="13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2773616" y="2230374"/>
                <a:ext cx="147764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616" y="2230374"/>
                <a:ext cx="1477645" cy="368300"/>
              </a:xfrm>
              <a:prstGeom prst="rect">
                <a:avLst/>
              </a:prstGeom>
              <a:blipFill rotWithShape="1">
                <a:blip r:embed="rId8"/>
                <a:stretch>
                  <a:fillRect l="-39" t="-69" r="3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/>
          <p:cNvCxnSpPr/>
          <p:nvPr/>
        </p:nvCxnSpPr>
        <p:spPr>
          <a:xfrm>
            <a:off x="4928870" y="1163955"/>
            <a:ext cx="5080" cy="7467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632835" y="1907540"/>
            <a:ext cx="1311275" cy="63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3636010" y="1896745"/>
            <a:ext cx="3175" cy="3206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圆角矩形 25"/>
          <p:cNvSpPr/>
          <p:nvPr/>
        </p:nvSpPr>
        <p:spPr>
          <a:xfrm>
            <a:off x="2343785" y="4047490"/>
            <a:ext cx="2350770" cy="10674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3629660" y="3293745"/>
            <a:ext cx="3810" cy="7537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3735641" y="3385439"/>
                <a:ext cx="4540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641" y="3385439"/>
                <a:ext cx="454025" cy="368300"/>
              </a:xfrm>
              <a:prstGeom prst="rect">
                <a:avLst/>
              </a:prstGeom>
              <a:blipFill rotWithShape="1">
                <a:blip r:embed="rId9"/>
                <a:stretch>
                  <a:fillRect l="-126" t="-69" r="126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图片 28" descr="n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120" y="3945255"/>
            <a:ext cx="6447790" cy="153924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3004820" y="4009390"/>
            <a:ext cx="1372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状态预测头</a:t>
            </a:r>
            <a:endParaRPr lang="zh-CN" altLang="en-US" sz="16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3633470" y="5114925"/>
            <a:ext cx="635" cy="2508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3400996" y="5409184"/>
                <a:ext cx="4603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𝑜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996" y="5409184"/>
                <a:ext cx="460375" cy="368300"/>
              </a:xfrm>
              <a:prstGeom prst="rect">
                <a:avLst/>
              </a:prstGeom>
              <a:blipFill rotWithShape="1">
                <a:blip r:embed="rId12"/>
                <a:stretch>
                  <a:fillRect l="-124" t="-69" r="12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箭头连接符 32"/>
          <p:cNvCxnSpPr/>
          <p:nvPr/>
        </p:nvCxnSpPr>
        <p:spPr>
          <a:xfrm>
            <a:off x="2021840" y="2963545"/>
            <a:ext cx="6350" cy="2241550"/>
          </a:xfrm>
          <a:prstGeom prst="straightConnector1">
            <a:avLst/>
          </a:prstGeom>
          <a:ln w="25400" cmpd="sng">
            <a:solidFill>
              <a:srgbClr val="0070C0"/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32" idx="1"/>
          </p:cNvCxnSpPr>
          <p:nvPr/>
        </p:nvCxnSpPr>
        <p:spPr>
          <a:xfrm flipH="1" flipV="1">
            <a:off x="2428240" y="5586095"/>
            <a:ext cx="972820" cy="6985"/>
          </a:xfrm>
          <a:prstGeom prst="straightConnector1">
            <a:avLst/>
          </a:prstGeom>
          <a:ln w="25400" cmpd="sng">
            <a:solidFill>
              <a:srgbClr val="00B0F0"/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283335" y="5266690"/>
            <a:ext cx="14351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预测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损失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5228590" y="698500"/>
            <a:ext cx="2350770" cy="10674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n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0365" y="749300"/>
            <a:ext cx="5892165" cy="13481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5812726" y="698754"/>
                <a:ext cx="118110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726" y="698754"/>
                <a:ext cx="1181100" cy="368300"/>
              </a:xfrm>
              <a:prstGeom prst="rect">
                <a:avLst/>
              </a:prstGeom>
              <a:blipFill rotWithShape="1">
                <a:blip r:embed="rId13"/>
                <a:stretch>
                  <a:fillRect l="-48" t="-69" r="4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/>
          <p:cNvSpPr txBox="1"/>
          <p:nvPr/>
        </p:nvSpPr>
        <p:spPr>
          <a:xfrm>
            <a:off x="3778885" y="2672715"/>
            <a:ext cx="29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40" name="矩形 39"/>
          <p:cNvSpPr/>
          <p:nvPr/>
        </p:nvSpPr>
        <p:spPr>
          <a:xfrm>
            <a:off x="4126230" y="2631440"/>
            <a:ext cx="508000" cy="4775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Softmax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66865" y="1174115"/>
            <a:ext cx="29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42" name="矩形 41"/>
          <p:cNvSpPr/>
          <p:nvPr/>
        </p:nvSpPr>
        <p:spPr>
          <a:xfrm>
            <a:off x="6963410" y="1132205"/>
            <a:ext cx="508000" cy="4775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Softmax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H="1">
            <a:off x="6290310" y="1775460"/>
            <a:ext cx="3175" cy="320675"/>
          </a:xfrm>
          <a:prstGeom prst="straightConnector1">
            <a:avLst/>
          </a:prstGeom>
          <a:ln>
            <a:solidFill>
              <a:schemeClr val="accent4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6071806" y="2097659"/>
                <a:ext cx="47879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806" y="2097659"/>
                <a:ext cx="478790" cy="368300"/>
              </a:xfrm>
              <a:prstGeom prst="rect">
                <a:avLst/>
              </a:prstGeom>
              <a:blipFill rotWithShape="1">
                <a:blip r:embed="rId14"/>
                <a:stretch>
                  <a:fillRect l="-119" t="-69" r="11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箭头连接符 44"/>
          <p:cNvCxnSpPr/>
          <p:nvPr/>
        </p:nvCxnSpPr>
        <p:spPr>
          <a:xfrm flipH="1">
            <a:off x="5429250" y="2306320"/>
            <a:ext cx="704850" cy="5080"/>
          </a:xfrm>
          <a:prstGeom prst="straightConnector1">
            <a:avLst/>
          </a:prstGeom>
          <a:ln w="25400" cmpd="sng">
            <a:solidFill>
              <a:srgbClr val="00B0F0"/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47" idx="2"/>
          </p:cNvCxnSpPr>
          <p:nvPr/>
        </p:nvCxnSpPr>
        <p:spPr>
          <a:xfrm flipV="1">
            <a:off x="4044315" y="2323465"/>
            <a:ext cx="1050925" cy="1179195"/>
          </a:xfrm>
          <a:prstGeom prst="straightConnector1">
            <a:avLst/>
          </a:prstGeom>
          <a:ln w="25400" cmpd="sng">
            <a:solidFill>
              <a:srgbClr val="00B0F0"/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377690" y="1986280"/>
            <a:ext cx="143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动态损失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上箭头 47"/>
          <p:cNvSpPr/>
          <p:nvPr/>
        </p:nvSpPr>
        <p:spPr>
          <a:xfrm>
            <a:off x="2483485" y="1503045"/>
            <a:ext cx="209550" cy="309880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208405" y="1704975"/>
            <a:ext cx="1510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预测损失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梯度</a:t>
            </a:r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回传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上箭头 49"/>
          <p:cNvSpPr/>
          <p:nvPr/>
        </p:nvSpPr>
        <p:spPr>
          <a:xfrm>
            <a:off x="4342765" y="1503045"/>
            <a:ext cx="209550" cy="876935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上箭头 50"/>
          <p:cNvSpPr/>
          <p:nvPr/>
        </p:nvSpPr>
        <p:spPr>
          <a:xfrm rot="16200000">
            <a:off x="4885690" y="364490"/>
            <a:ext cx="209550" cy="876935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4302760" y="220345"/>
            <a:ext cx="1510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动态损失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梯度</a:t>
            </a:r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回传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5152390" y="3171825"/>
            <a:ext cx="1283335" cy="1943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1207770" y="1009015"/>
            <a:ext cx="575945" cy="47307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记忆</a:t>
            </a:r>
            <a:endParaRPr lang="zh-CN" altLang="en-US" sz="12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121910" y="3227070"/>
            <a:ext cx="14782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6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策略</a:t>
            </a:r>
            <a:r>
              <a:rPr lang="zh-CN" altLang="en-US" sz="1600" b="1">
                <a:solidFill>
                  <a:schemeClr val="accent6">
                    <a:lumMod val="75000"/>
                  </a:schemeClr>
                </a:solidFill>
              </a:rPr>
              <a:t>（</a:t>
            </a:r>
            <a:r>
              <a:rPr lang="en-US" altLang="zh-CN" sz="16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PPO</a:t>
            </a:r>
            <a:r>
              <a:rPr lang="zh-CN" altLang="en-US" sz="1600" b="1">
                <a:solidFill>
                  <a:schemeClr val="accent6">
                    <a:lumMod val="75000"/>
                  </a:schemeClr>
                </a:solidFill>
              </a:rPr>
              <a:t>）</a:t>
            </a:r>
            <a:endParaRPr lang="zh-CN" altLang="en-US" sz="1600" b="1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 flipH="1">
            <a:off x="6296025" y="2507615"/>
            <a:ext cx="1905" cy="165735"/>
          </a:xfrm>
          <a:prstGeom prst="straightConnector1">
            <a:avLst/>
          </a:prstGeom>
          <a:ln>
            <a:solidFill>
              <a:schemeClr val="accent4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299710" y="3633470"/>
            <a:ext cx="965200" cy="588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5299710" y="4437380"/>
            <a:ext cx="965200" cy="5886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660390" y="248158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⨁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H="1">
            <a:off x="4937125" y="1904365"/>
            <a:ext cx="925195" cy="44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5859780" y="1898650"/>
            <a:ext cx="5080" cy="6819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 flipV="1">
            <a:off x="5938520" y="2672715"/>
            <a:ext cx="359410" cy="254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5861685" y="2772410"/>
            <a:ext cx="635" cy="3759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5516245" y="3583305"/>
            <a:ext cx="681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</a:rPr>
              <a:t>评论家</a:t>
            </a:r>
            <a:endParaRPr lang="zh-CN" altLang="en-US" sz="1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65200" y="98425"/>
            <a:ext cx="6883400" cy="581342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9" name="直接箭头连接符 68"/>
          <p:cNvCxnSpPr/>
          <p:nvPr/>
        </p:nvCxnSpPr>
        <p:spPr>
          <a:xfrm flipH="1">
            <a:off x="5779135" y="5114925"/>
            <a:ext cx="1905" cy="10140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/>
              <p:cNvSpPr txBox="1"/>
              <p:nvPr/>
            </p:nvSpPr>
            <p:spPr>
              <a:xfrm>
                <a:off x="5382196" y="5319014"/>
                <a:ext cx="46799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accent6">
                      <a:lumMod val="7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0" name="文本框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196" y="5319014"/>
                <a:ext cx="467995" cy="368300"/>
              </a:xfrm>
              <a:prstGeom prst="rect">
                <a:avLst/>
              </a:prstGeom>
              <a:blipFill rotWithShape="1">
                <a:blip r:embed="rId15"/>
                <a:stretch>
                  <a:fillRect l="-122" t="-69" r="122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圆角矩形 71"/>
          <p:cNvSpPr/>
          <p:nvPr/>
        </p:nvSpPr>
        <p:spPr>
          <a:xfrm>
            <a:off x="6772910" y="3171825"/>
            <a:ext cx="1028700" cy="1943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6429375" y="4114165"/>
            <a:ext cx="452755" cy="3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6545580" y="3192780"/>
            <a:ext cx="1478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多头</a:t>
            </a:r>
            <a:endParaRPr lang="zh-CN" altLang="en-US" sz="16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预测器</a:t>
            </a:r>
            <a:endParaRPr lang="zh-CN" altLang="en-US" sz="16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82130" y="3837940"/>
            <a:ext cx="819150" cy="4775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82130" y="4493260"/>
            <a:ext cx="819150" cy="4775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043420" y="3787140"/>
            <a:ext cx="681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</a:rPr>
              <a:t>奖励</a:t>
            </a:r>
            <a:endParaRPr lang="zh-CN" altLang="en-US" sz="1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987540" y="4452620"/>
            <a:ext cx="8058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</a:rPr>
              <a:t>结束标志</a:t>
            </a:r>
            <a:endParaRPr lang="zh-CN" altLang="en-US" sz="100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 flipH="1">
            <a:off x="6435725" y="4712970"/>
            <a:ext cx="452755" cy="3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5546725" y="4392930"/>
            <a:ext cx="681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黑体" panose="02010609060101010101" charset="-122"/>
                <a:ea typeface="黑体" panose="02010609060101010101" charset="-122"/>
              </a:rPr>
              <a:t>演员</a:t>
            </a:r>
            <a:endParaRPr lang="zh-CN" altLang="en-US" sz="100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5988050" y="2772410"/>
            <a:ext cx="635" cy="37592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V="1">
            <a:off x="7084060" y="5456555"/>
            <a:ext cx="560705" cy="508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5946775" y="5189855"/>
            <a:ext cx="1014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训练动态性</a:t>
            </a:r>
            <a:endParaRPr lang="zh-CN" altLang="en-US" sz="12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1200">
                <a:solidFill>
                  <a:schemeClr val="accent5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模型</a:t>
            </a:r>
            <a:endParaRPr lang="zh-CN" altLang="en-US" sz="1200">
              <a:solidFill>
                <a:schemeClr val="accent5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 flipV="1">
            <a:off x="7084060" y="5687060"/>
            <a:ext cx="560705" cy="50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5934075" y="5582920"/>
            <a:ext cx="1312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训练</a:t>
            </a:r>
            <a:r>
              <a:rPr lang="en-US" altLang="zh-CN" sz="1200">
                <a:solidFill>
                  <a:srgbClr val="C00000"/>
                </a:solidFill>
              </a:rPr>
              <a:t> </a:t>
            </a:r>
            <a:r>
              <a:rPr lang="en-US" altLang="zh-CN" sz="120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PPO</a:t>
            </a:r>
            <a:r>
              <a:rPr lang="en-US" altLang="zh-CN" sz="1200">
                <a:solidFill>
                  <a:srgbClr val="C00000"/>
                </a:solidFill>
              </a:rPr>
              <a:t> </a:t>
            </a:r>
            <a:r>
              <a:rPr lang="zh-CN" altLang="en-US" sz="120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模型</a:t>
            </a:r>
            <a:endParaRPr lang="zh-CN" altLang="en-US" sz="120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 flipV="1">
            <a:off x="1783715" y="1539240"/>
            <a:ext cx="560070" cy="317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V="1">
            <a:off x="1783715" y="1109345"/>
            <a:ext cx="560070" cy="317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nn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01665" y="4185920"/>
            <a:ext cx="3110865" cy="1329055"/>
          </a:xfrm>
          <a:prstGeom prst="rect">
            <a:avLst/>
          </a:prstGeom>
        </p:spPr>
      </p:pic>
      <p:pic>
        <p:nvPicPr>
          <p:cNvPr id="4" name="图片 3" descr="nn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51325" y="3308985"/>
            <a:ext cx="3110865" cy="1329055"/>
          </a:xfrm>
          <a:prstGeom prst="rect">
            <a:avLst/>
          </a:prstGeom>
        </p:spPr>
      </p:pic>
      <p:pic>
        <p:nvPicPr>
          <p:cNvPr id="17" name="图片 16" descr="nn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01665" y="3502660"/>
            <a:ext cx="3110865" cy="1329055"/>
          </a:xfrm>
          <a:prstGeom prst="rect">
            <a:avLst/>
          </a:prstGeom>
        </p:spPr>
      </p:pic>
      <p:pic>
        <p:nvPicPr>
          <p:cNvPr id="19" name="图片 18" descr="nn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45940" y="4089400"/>
            <a:ext cx="2804795" cy="1367155"/>
          </a:xfrm>
          <a:prstGeom prst="rect">
            <a:avLst/>
          </a:prstGeom>
        </p:spPr>
      </p:pic>
      <p:sp>
        <p:nvSpPr>
          <p:cNvPr id="21" name="上箭头 20"/>
          <p:cNvSpPr/>
          <p:nvPr/>
        </p:nvSpPr>
        <p:spPr>
          <a:xfrm>
            <a:off x="5095875" y="3721100"/>
            <a:ext cx="203835" cy="1249680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6132195" y="2772410"/>
            <a:ext cx="1168400" cy="0"/>
          </a:xfrm>
          <a:prstGeom prst="straightConnector1">
            <a:avLst/>
          </a:prstGeom>
          <a:ln>
            <a:solidFill>
              <a:schemeClr val="accent4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H="1">
            <a:off x="7300595" y="2772410"/>
            <a:ext cx="635" cy="37592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6126480" y="2863850"/>
            <a:ext cx="1100455" cy="127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7221855" y="2849880"/>
            <a:ext cx="5715" cy="2997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上箭头 70"/>
          <p:cNvSpPr/>
          <p:nvPr/>
        </p:nvSpPr>
        <p:spPr>
          <a:xfrm>
            <a:off x="7592060" y="3776345"/>
            <a:ext cx="209550" cy="124968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4345940" y="4900930"/>
            <a:ext cx="14351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策略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>
                <a:solidFill>
                  <a:srgbClr val="00B0F0"/>
                </a:solidFill>
                <a:latin typeface="黑体" panose="02010609060101010101" charset="-122"/>
                <a:ea typeface="黑体" panose="02010609060101010101" charset="-122"/>
              </a:rPr>
              <a:t>损失</a:t>
            </a:r>
            <a:endParaRPr lang="zh-CN" altLang="en-US" sz="1600">
              <a:solidFill>
                <a:srgbClr val="00B0F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WPS 演示</Application>
  <PresentationFormat>宽屏</PresentationFormat>
  <Paragraphs>68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Cambria Math</vt:lpstr>
      <vt:lpstr>微软雅黑</vt:lpstr>
      <vt:lpstr>Calibri</vt:lpstr>
      <vt:lpstr>Arial Unicode MS</vt:lpstr>
      <vt:lpstr>黑体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235</cp:revision>
  <dcterms:created xsi:type="dcterms:W3CDTF">2023-08-09T12:44:00Z</dcterms:created>
  <dcterms:modified xsi:type="dcterms:W3CDTF">2026-06-08T15:07:21Z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D81610BD1C7640D187B99A7B56A1D627_12</vt:lpwstr>
  </property>
</Properties>
</file>
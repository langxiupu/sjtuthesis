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4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3" Type="http://schemas.openxmlformats.org/officeDocument/2006/relationships/slideLayout" Target="../slideLayouts/slideLayout1.xml"/><Relationship Id="rId82" Type="http://schemas.openxmlformats.org/officeDocument/2006/relationships/tags" Target="../tags/tag60.xml"/><Relationship Id="rId81" Type="http://schemas.openxmlformats.org/officeDocument/2006/relationships/tags" Target="../tags/tag59.xml"/><Relationship Id="rId80" Type="http://schemas.openxmlformats.org/officeDocument/2006/relationships/tags" Target="../tags/tag58.xml"/><Relationship Id="rId8" Type="http://schemas.openxmlformats.org/officeDocument/2006/relationships/tags" Target="../tags/tag6.xml"/><Relationship Id="rId79" Type="http://schemas.openxmlformats.org/officeDocument/2006/relationships/tags" Target="../tags/tag57.xml"/><Relationship Id="rId78" Type="http://schemas.openxmlformats.org/officeDocument/2006/relationships/image" Target="../media/image22.png"/><Relationship Id="rId77" Type="http://schemas.openxmlformats.org/officeDocument/2006/relationships/image" Target="../media/image21.png"/><Relationship Id="rId76" Type="http://schemas.openxmlformats.org/officeDocument/2006/relationships/tags" Target="../tags/tag56.xml"/><Relationship Id="rId75" Type="http://schemas.openxmlformats.org/officeDocument/2006/relationships/tags" Target="../tags/tag55.xml"/><Relationship Id="rId74" Type="http://schemas.openxmlformats.org/officeDocument/2006/relationships/image" Target="../media/image20.png"/><Relationship Id="rId73" Type="http://schemas.openxmlformats.org/officeDocument/2006/relationships/image" Target="../media/image19.png"/><Relationship Id="rId72" Type="http://schemas.openxmlformats.org/officeDocument/2006/relationships/tags" Target="../tags/tag54.xml"/><Relationship Id="rId71" Type="http://schemas.openxmlformats.org/officeDocument/2006/relationships/tags" Target="../tags/tag53.xml"/><Relationship Id="rId70" Type="http://schemas.openxmlformats.org/officeDocument/2006/relationships/image" Target="../media/image18.png"/><Relationship Id="rId7" Type="http://schemas.openxmlformats.org/officeDocument/2006/relationships/tags" Target="../tags/tag5.xml"/><Relationship Id="rId69" Type="http://schemas.openxmlformats.org/officeDocument/2006/relationships/image" Target="../media/image17.png"/><Relationship Id="rId68" Type="http://schemas.openxmlformats.org/officeDocument/2006/relationships/tags" Target="../tags/tag52.xml"/><Relationship Id="rId67" Type="http://schemas.openxmlformats.org/officeDocument/2006/relationships/tags" Target="../tags/tag51.xml"/><Relationship Id="rId66" Type="http://schemas.openxmlformats.org/officeDocument/2006/relationships/tags" Target="../tags/tag50.xml"/><Relationship Id="rId65" Type="http://schemas.openxmlformats.org/officeDocument/2006/relationships/tags" Target="../tags/tag49.xml"/><Relationship Id="rId64" Type="http://schemas.openxmlformats.org/officeDocument/2006/relationships/tags" Target="../tags/tag48.xml"/><Relationship Id="rId63" Type="http://schemas.openxmlformats.org/officeDocument/2006/relationships/tags" Target="../tags/tag47.xml"/><Relationship Id="rId62" Type="http://schemas.openxmlformats.org/officeDocument/2006/relationships/tags" Target="../tags/tag46.xml"/><Relationship Id="rId61" Type="http://schemas.openxmlformats.org/officeDocument/2006/relationships/tags" Target="../tags/tag45.xml"/><Relationship Id="rId60" Type="http://schemas.openxmlformats.org/officeDocument/2006/relationships/image" Target="../media/image16.png"/><Relationship Id="rId6" Type="http://schemas.openxmlformats.org/officeDocument/2006/relationships/image" Target="../media/image2.png"/><Relationship Id="rId59" Type="http://schemas.openxmlformats.org/officeDocument/2006/relationships/image" Target="../media/image15.png"/><Relationship Id="rId58" Type="http://schemas.openxmlformats.org/officeDocument/2006/relationships/image" Target="../media/image14.png"/><Relationship Id="rId57" Type="http://schemas.openxmlformats.org/officeDocument/2006/relationships/tags" Target="../tags/tag44.xml"/><Relationship Id="rId56" Type="http://schemas.openxmlformats.org/officeDocument/2006/relationships/tags" Target="../tags/tag43.xml"/><Relationship Id="rId55" Type="http://schemas.openxmlformats.org/officeDocument/2006/relationships/tags" Target="../tags/tag42.xml"/><Relationship Id="rId54" Type="http://schemas.openxmlformats.org/officeDocument/2006/relationships/tags" Target="../tags/tag41.xml"/><Relationship Id="rId53" Type="http://schemas.openxmlformats.org/officeDocument/2006/relationships/tags" Target="../tags/tag40.xml"/><Relationship Id="rId52" Type="http://schemas.openxmlformats.org/officeDocument/2006/relationships/tags" Target="../tags/tag39.xml"/><Relationship Id="rId51" Type="http://schemas.openxmlformats.org/officeDocument/2006/relationships/tags" Target="../tags/tag38.xml"/><Relationship Id="rId50" Type="http://schemas.openxmlformats.org/officeDocument/2006/relationships/tags" Target="../tags/tag37.xml"/><Relationship Id="rId5" Type="http://schemas.openxmlformats.org/officeDocument/2006/relationships/tags" Target="../tags/tag4.xml"/><Relationship Id="rId49" Type="http://schemas.openxmlformats.org/officeDocument/2006/relationships/tags" Target="../tags/tag36.xml"/><Relationship Id="rId48" Type="http://schemas.openxmlformats.org/officeDocument/2006/relationships/tags" Target="../tags/tag35.xml"/><Relationship Id="rId47" Type="http://schemas.openxmlformats.org/officeDocument/2006/relationships/tags" Target="../tags/tag34.xml"/><Relationship Id="rId46" Type="http://schemas.openxmlformats.org/officeDocument/2006/relationships/tags" Target="../tags/tag33.xml"/><Relationship Id="rId45" Type="http://schemas.openxmlformats.org/officeDocument/2006/relationships/tags" Target="../tags/tag32.xml"/><Relationship Id="rId44" Type="http://schemas.openxmlformats.org/officeDocument/2006/relationships/tags" Target="../tags/tag31.xml"/><Relationship Id="rId43" Type="http://schemas.openxmlformats.org/officeDocument/2006/relationships/tags" Target="../tags/tag30.xml"/><Relationship Id="rId42" Type="http://schemas.openxmlformats.org/officeDocument/2006/relationships/tags" Target="../tags/tag29.xml"/><Relationship Id="rId41" Type="http://schemas.openxmlformats.org/officeDocument/2006/relationships/tags" Target="../tags/tag28.xml"/><Relationship Id="rId40" Type="http://schemas.openxmlformats.org/officeDocument/2006/relationships/tags" Target="../tags/tag27.xml"/><Relationship Id="rId4" Type="http://schemas.openxmlformats.org/officeDocument/2006/relationships/tags" Target="../tags/tag3.xml"/><Relationship Id="rId39" Type="http://schemas.openxmlformats.org/officeDocument/2006/relationships/tags" Target="../tags/tag26.xml"/><Relationship Id="rId38" Type="http://schemas.openxmlformats.org/officeDocument/2006/relationships/tags" Target="../tags/tag25.xml"/><Relationship Id="rId37" Type="http://schemas.openxmlformats.org/officeDocument/2006/relationships/image" Target="../media/image13.png"/><Relationship Id="rId36" Type="http://schemas.openxmlformats.org/officeDocument/2006/relationships/image" Target="../media/image12.png"/><Relationship Id="rId35" Type="http://schemas.openxmlformats.org/officeDocument/2006/relationships/image" Target="../media/image11.png"/><Relationship Id="rId34" Type="http://schemas.openxmlformats.org/officeDocument/2006/relationships/tags" Target="../tags/tag24.xml"/><Relationship Id="rId33" Type="http://schemas.openxmlformats.org/officeDocument/2006/relationships/tags" Target="../tags/tag23.xml"/><Relationship Id="rId32" Type="http://schemas.openxmlformats.org/officeDocument/2006/relationships/image" Target="../media/image10.png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image" Target="../media/image1.png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tags" Target="../tags/tag17.xml"/><Relationship Id="rId25" Type="http://schemas.openxmlformats.org/officeDocument/2006/relationships/image" Target="../media/image9.png"/><Relationship Id="rId24" Type="http://schemas.openxmlformats.org/officeDocument/2006/relationships/tags" Target="../tags/tag16.xml"/><Relationship Id="rId23" Type="http://schemas.openxmlformats.org/officeDocument/2006/relationships/image" Target="../media/image8.png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2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3" Type="http://schemas.openxmlformats.org/officeDocument/2006/relationships/tags" Target="../tags/tag8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2848610" y="1976120"/>
            <a:ext cx="1024359" cy="765279"/>
            <a:chOff x="7835" y="4883"/>
            <a:chExt cx="1387" cy="1035"/>
          </a:xfrm>
        </p:grpSpPr>
        <p:sp>
          <p:nvSpPr>
            <p:cNvPr id="6" name="圆角矩形 5"/>
            <p:cNvSpPr/>
            <p:nvPr>
              <p:custDataLst>
                <p:tags r:id="rId2"/>
              </p:custDataLst>
            </p:nvPr>
          </p:nvSpPr>
          <p:spPr>
            <a:xfrm>
              <a:off x="7835" y="4883"/>
              <a:ext cx="1387" cy="103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5196205" y="1976120"/>
            <a:ext cx="1024359" cy="765279"/>
            <a:chOff x="7835" y="4883"/>
            <a:chExt cx="1387" cy="1035"/>
          </a:xfrm>
        </p:grpSpPr>
        <p:sp>
          <p:nvSpPr>
            <p:cNvPr id="11" name="圆角矩形 10"/>
            <p:cNvSpPr/>
            <p:nvPr>
              <p:custDataLst>
                <p:tags r:id="rId5"/>
              </p:custDataLst>
            </p:nvPr>
          </p:nvSpPr>
          <p:spPr>
            <a:xfrm>
              <a:off x="7835" y="4883"/>
              <a:ext cx="1387" cy="103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7543800" y="1976120"/>
            <a:ext cx="1024359" cy="765279"/>
            <a:chOff x="7835" y="4883"/>
            <a:chExt cx="1387" cy="1035"/>
          </a:xfrm>
        </p:grpSpPr>
        <p:sp>
          <p:nvSpPr>
            <p:cNvPr id="14" name="圆角矩形 13"/>
            <p:cNvSpPr/>
            <p:nvPr>
              <p:custDataLst>
                <p:tags r:id="rId8"/>
              </p:custDataLst>
            </p:nvPr>
          </p:nvSpPr>
          <p:spPr>
            <a:xfrm>
              <a:off x="7835" y="4883"/>
              <a:ext cx="1387" cy="103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" y="5110"/>
                  <a:ext cx="1025" cy="498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" name="图片 16" descr="大脑配置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1805" y="1027430"/>
            <a:ext cx="568960" cy="568960"/>
          </a:xfrm>
          <a:prstGeom prst="rect">
            <a:avLst/>
          </a:prstGeom>
        </p:spPr>
      </p:pic>
      <p:pic>
        <p:nvPicPr>
          <p:cNvPr id="18" name="图片 17" descr="大脑配置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7650" y="1027430"/>
            <a:ext cx="568960" cy="56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4466526" y="1654429"/>
                <a:ext cx="52959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26" y="1654429"/>
                <a:ext cx="529590" cy="368300"/>
              </a:xfrm>
              <a:prstGeom prst="rect">
                <a:avLst/>
              </a:prstGeom>
              <a:blipFill rotWithShape="1">
                <a:blip r:embed="rId14"/>
                <a:stretch>
                  <a:fillRect l="-108" t="-69" r="10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834441" y="1712849"/>
                <a:ext cx="4502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441" y="1712849"/>
                <a:ext cx="450215" cy="368300"/>
              </a:xfrm>
              <a:prstGeom prst="rect">
                <a:avLst/>
              </a:prstGeom>
              <a:blipFill rotWithShape="1">
                <a:blip r:embed="rId15"/>
                <a:stretch>
                  <a:fillRect l="-127" t="-69" r="12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>
            <a:stCxn id="6" idx="3"/>
            <a:endCxn id="11" idx="1"/>
          </p:cNvCxnSpPr>
          <p:nvPr>
            <p:custDataLst>
              <p:tags r:id="rId16"/>
            </p:custDataLst>
          </p:nvPr>
        </p:nvCxnSpPr>
        <p:spPr>
          <a:xfrm>
            <a:off x="3872865" y="2359025"/>
            <a:ext cx="1323340" cy="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7"/>
            </p:custDataLst>
          </p:nvPr>
        </p:nvCxnSpPr>
        <p:spPr>
          <a:xfrm>
            <a:off x="6221095" y="2359025"/>
            <a:ext cx="1323340" cy="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8"/>
            </p:custDataLst>
          </p:nvPr>
        </p:nvCxnSpPr>
        <p:spPr>
          <a:xfrm flipH="1">
            <a:off x="4549140" y="1654175"/>
            <a:ext cx="6985" cy="69977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9"/>
            </p:custDataLst>
          </p:nvPr>
        </p:nvCxnSpPr>
        <p:spPr>
          <a:xfrm flipH="1">
            <a:off x="6878955" y="1659255"/>
            <a:ext cx="6985" cy="69977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>
            <p:custDataLst>
              <p:tags r:id="rId20"/>
            </p:custDataLst>
          </p:nvPr>
        </p:nvSpPr>
        <p:spPr>
          <a:xfrm>
            <a:off x="2868930" y="2988310"/>
            <a:ext cx="1002030" cy="3829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21"/>
            </p:custDataLst>
          </p:nvPr>
        </p:nvSpPr>
        <p:spPr>
          <a:xfrm>
            <a:off x="5196205" y="2988310"/>
            <a:ext cx="1002030" cy="3829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ChatGPT Image 2026年3月15日 15_46_1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196205" y="2885440"/>
            <a:ext cx="950400" cy="633600"/>
          </a:xfrm>
          <a:prstGeom prst="rect">
            <a:avLst/>
          </a:prstGeom>
        </p:spPr>
      </p:pic>
      <p:pic>
        <p:nvPicPr>
          <p:cNvPr id="31" name="图片 30" descr="ChatGPT Image 2026年3月15日 15_51_05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2868930" y="2885440"/>
            <a:ext cx="950400" cy="633600"/>
          </a:xfrm>
          <a:prstGeom prst="rect">
            <a:avLst/>
          </a:prstGeom>
        </p:spPr>
      </p:pic>
      <p:sp>
        <p:nvSpPr>
          <p:cNvPr id="32" name="圆角矩形 31"/>
          <p:cNvSpPr/>
          <p:nvPr>
            <p:custDataLst>
              <p:tags r:id="rId26"/>
            </p:custDataLst>
          </p:nvPr>
        </p:nvSpPr>
        <p:spPr>
          <a:xfrm>
            <a:off x="7539990" y="2988310"/>
            <a:ext cx="1002030" cy="3829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 descr="ChatGPT Image 2026年3月15日 15_46_1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7574915" y="2885440"/>
            <a:ext cx="950400" cy="633600"/>
          </a:xfrm>
          <a:prstGeom prst="rect">
            <a:avLst/>
          </a:prstGeom>
        </p:spPr>
      </p:pic>
      <p:cxnSp>
        <p:nvCxnSpPr>
          <p:cNvPr id="34" name="曲线连接符 33"/>
          <p:cNvCxnSpPr>
            <a:stCxn id="26" idx="3"/>
          </p:cNvCxnSpPr>
          <p:nvPr>
            <p:custDataLst>
              <p:tags r:id="rId28"/>
            </p:custDataLst>
          </p:nvPr>
        </p:nvCxnSpPr>
        <p:spPr>
          <a:xfrm flipV="1">
            <a:off x="3870960" y="2382520"/>
            <a:ext cx="678180" cy="797560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曲线连接符 34"/>
          <p:cNvCxnSpPr/>
          <p:nvPr>
            <p:custDataLst>
              <p:tags r:id="rId29"/>
            </p:custDataLst>
          </p:nvPr>
        </p:nvCxnSpPr>
        <p:spPr>
          <a:xfrm flipV="1">
            <a:off x="6203950" y="2359025"/>
            <a:ext cx="678180" cy="797560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30"/>
            </p:custDataLst>
          </p:nvPr>
        </p:nvCxnSpPr>
        <p:spPr>
          <a:xfrm>
            <a:off x="8568690" y="2353945"/>
            <a:ext cx="731520" cy="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图片 36" descr="大脑配置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36660" y="1027430"/>
            <a:ext cx="568960" cy="56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9071546" y="1762379"/>
                <a:ext cx="4584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546" y="1762379"/>
                <a:ext cx="458470" cy="368300"/>
              </a:xfrm>
              <a:prstGeom prst="rect">
                <a:avLst/>
              </a:prstGeom>
              <a:blipFill rotWithShape="1">
                <a:blip r:embed="rId32"/>
                <a:stretch>
                  <a:fillRect l="-125" t="-69" r="12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/>
          <p:cNvCxnSpPr/>
          <p:nvPr>
            <p:custDataLst>
              <p:tags r:id="rId33"/>
            </p:custDataLst>
          </p:nvPr>
        </p:nvCxnSpPr>
        <p:spPr>
          <a:xfrm flipH="1">
            <a:off x="9118600" y="1654175"/>
            <a:ext cx="6985" cy="69977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曲线连接符 39"/>
          <p:cNvCxnSpPr/>
          <p:nvPr>
            <p:custDataLst>
              <p:tags r:id="rId34"/>
            </p:custDataLst>
          </p:nvPr>
        </p:nvCxnSpPr>
        <p:spPr>
          <a:xfrm rot="16200000">
            <a:off x="8432800" y="2481580"/>
            <a:ext cx="829310" cy="558800"/>
          </a:xfrm>
          <a:prstGeom prst="curvedConnector3">
            <a:avLst>
              <a:gd name="adj1" fmla="val 49923"/>
            </a:avLst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2817431" y="2807589"/>
                <a:ext cx="4616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431" y="2807589"/>
                <a:ext cx="461645" cy="368300"/>
              </a:xfrm>
              <a:prstGeom prst="rect">
                <a:avLst/>
              </a:prstGeom>
              <a:blipFill rotWithShape="1">
                <a:blip r:embed="rId35"/>
                <a:stretch>
                  <a:fillRect l="-124" t="-69" r="12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5138991" y="2812034"/>
                <a:ext cx="4349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991" y="2812034"/>
                <a:ext cx="434975" cy="368300"/>
              </a:xfrm>
              <a:prstGeom prst="rect">
                <a:avLst/>
              </a:prstGeom>
              <a:blipFill rotWithShape="1">
                <a:blip r:embed="rId36"/>
                <a:stretch>
                  <a:fillRect l="-131" t="-69" r="13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7438961" y="2788539"/>
                <a:ext cx="4343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961" y="2788539"/>
                <a:ext cx="434340" cy="368300"/>
              </a:xfrm>
              <a:prstGeom prst="rect">
                <a:avLst/>
              </a:prstGeom>
              <a:blipFill rotWithShape="1">
                <a:blip r:embed="rId37"/>
                <a:stretch>
                  <a:fillRect l="-131" t="-69" r="13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箭头连接符 43"/>
          <p:cNvCxnSpPr/>
          <p:nvPr>
            <p:custDataLst>
              <p:tags r:id="rId38"/>
            </p:custDataLst>
          </p:nvPr>
        </p:nvCxnSpPr>
        <p:spPr>
          <a:xfrm flipV="1">
            <a:off x="3616325" y="1560830"/>
            <a:ext cx="629920" cy="29527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>
            <p:custDataLst>
              <p:tags r:id="rId39"/>
            </p:custDataLst>
          </p:nvPr>
        </p:nvCxnSpPr>
        <p:spPr>
          <a:xfrm flipV="1">
            <a:off x="5883910" y="1560830"/>
            <a:ext cx="652780" cy="30416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>
            <p:custDataLst>
              <p:tags r:id="rId40"/>
            </p:custDataLst>
          </p:nvPr>
        </p:nvCxnSpPr>
        <p:spPr>
          <a:xfrm flipV="1">
            <a:off x="8315960" y="1560830"/>
            <a:ext cx="611505" cy="29083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>
            <p:custDataLst>
              <p:tags r:id="rId41"/>
            </p:custDataLst>
          </p:nvPr>
        </p:nvCxnSpPr>
        <p:spPr>
          <a:xfrm>
            <a:off x="3361055" y="2753360"/>
            <a:ext cx="4445" cy="21844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>
            <p:custDataLst>
              <p:tags r:id="rId42"/>
            </p:custDataLst>
          </p:nvPr>
        </p:nvCxnSpPr>
        <p:spPr>
          <a:xfrm>
            <a:off x="5706745" y="2743200"/>
            <a:ext cx="4445" cy="21844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>
            <p:custDataLst>
              <p:tags r:id="rId43"/>
            </p:custDataLst>
          </p:nvPr>
        </p:nvCxnSpPr>
        <p:spPr>
          <a:xfrm>
            <a:off x="8094345" y="2741295"/>
            <a:ext cx="4445" cy="21844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160520" y="720725"/>
            <a:ext cx="1369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决策智能体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44"/>
            </p:custDataLst>
          </p:nvPr>
        </p:nvGrpSpPr>
        <p:grpSpPr>
          <a:xfrm>
            <a:off x="1875790" y="3749040"/>
            <a:ext cx="2389505" cy="695325"/>
            <a:chOff x="3322" y="5768"/>
            <a:chExt cx="3763" cy="1095"/>
          </a:xfrm>
        </p:grpSpPr>
        <p:sp>
          <p:nvSpPr>
            <p:cNvPr id="50" name="梯形 49"/>
            <p:cNvSpPr/>
            <p:nvPr>
              <p:custDataLst>
                <p:tags r:id="rId45"/>
              </p:custDataLst>
            </p:nvPr>
          </p:nvSpPr>
          <p:spPr>
            <a:xfrm>
              <a:off x="3322" y="5768"/>
              <a:ext cx="1744" cy="1094"/>
            </a:xfrm>
            <a:prstGeom prst="trapezoid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>
              <p:custDataLst>
                <p:tags r:id="rId46"/>
              </p:custDataLst>
            </p:nvPr>
          </p:nvSpPr>
          <p:spPr>
            <a:xfrm>
              <a:off x="3324" y="5769"/>
              <a:ext cx="165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特征</a:t>
              </a:r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编码器</a:t>
              </a:r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3" name="梯形 52"/>
            <p:cNvSpPr/>
            <p:nvPr>
              <p:custDataLst>
                <p:tags r:id="rId47"/>
              </p:custDataLst>
            </p:nvPr>
          </p:nvSpPr>
          <p:spPr>
            <a:xfrm>
              <a:off x="5341" y="5769"/>
              <a:ext cx="1744" cy="1094"/>
            </a:xfrm>
            <a:prstGeom prst="trapezoid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>
              <p:custDataLst>
                <p:tags r:id="rId48"/>
              </p:custDataLst>
            </p:nvPr>
          </p:nvSpPr>
          <p:spPr>
            <a:xfrm>
              <a:off x="5410" y="5779"/>
              <a:ext cx="165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状态</a:t>
              </a:r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预测器</a:t>
              </a:r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49"/>
            </p:custDataLst>
          </p:nvPr>
        </p:nvGrpSpPr>
        <p:grpSpPr>
          <a:xfrm>
            <a:off x="4521835" y="3749040"/>
            <a:ext cx="2389505" cy="695325"/>
            <a:chOff x="3322" y="5768"/>
            <a:chExt cx="3763" cy="1095"/>
          </a:xfrm>
        </p:grpSpPr>
        <p:sp>
          <p:nvSpPr>
            <p:cNvPr id="60" name="梯形 59"/>
            <p:cNvSpPr/>
            <p:nvPr>
              <p:custDataLst>
                <p:tags r:id="rId50"/>
              </p:custDataLst>
            </p:nvPr>
          </p:nvSpPr>
          <p:spPr>
            <a:xfrm>
              <a:off x="3322" y="5768"/>
              <a:ext cx="1744" cy="1094"/>
            </a:xfrm>
            <a:prstGeom prst="trapezoid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梯形 61"/>
            <p:cNvSpPr/>
            <p:nvPr>
              <p:custDataLst>
                <p:tags r:id="rId51"/>
              </p:custDataLst>
            </p:nvPr>
          </p:nvSpPr>
          <p:spPr>
            <a:xfrm>
              <a:off x="5341" y="5769"/>
              <a:ext cx="1744" cy="1094"/>
            </a:xfrm>
            <a:prstGeom prst="trapezoid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>
            <p:custDataLst>
              <p:tags r:id="rId52"/>
            </p:custDataLst>
          </p:nvPr>
        </p:nvGrpSpPr>
        <p:grpSpPr>
          <a:xfrm>
            <a:off x="7200265" y="3749040"/>
            <a:ext cx="2389505" cy="695325"/>
            <a:chOff x="3322" y="5768"/>
            <a:chExt cx="3763" cy="1095"/>
          </a:xfrm>
        </p:grpSpPr>
        <p:sp>
          <p:nvSpPr>
            <p:cNvPr id="65" name="梯形 64"/>
            <p:cNvSpPr/>
            <p:nvPr>
              <p:custDataLst>
                <p:tags r:id="rId53"/>
              </p:custDataLst>
            </p:nvPr>
          </p:nvSpPr>
          <p:spPr>
            <a:xfrm>
              <a:off x="3322" y="5768"/>
              <a:ext cx="1744" cy="1094"/>
            </a:xfrm>
            <a:prstGeom prst="trapezoid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梯形 66"/>
            <p:cNvSpPr/>
            <p:nvPr>
              <p:custDataLst>
                <p:tags r:id="rId54"/>
              </p:custDataLst>
            </p:nvPr>
          </p:nvSpPr>
          <p:spPr>
            <a:xfrm>
              <a:off x="5341" y="5769"/>
              <a:ext cx="1744" cy="1094"/>
            </a:xfrm>
            <a:prstGeom prst="trapezoid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0" name="矩形 69"/>
          <p:cNvSpPr/>
          <p:nvPr>
            <p:custDataLst>
              <p:tags r:id="rId55"/>
            </p:custDataLst>
          </p:nvPr>
        </p:nvSpPr>
        <p:spPr>
          <a:xfrm>
            <a:off x="2743200" y="1867535"/>
            <a:ext cx="1203960" cy="161544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>
            <p:custDataLst>
              <p:tags r:id="rId56"/>
            </p:custDataLst>
          </p:nvPr>
        </p:nvSpPr>
        <p:spPr>
          <a:xfrm>
            <a:off x="5106035" y="1867535"/>
            <a:ext cx="1203960" cy="161544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>
            <p:custDataLst>
              <p:tags r:id="rId57"/>
            </p:custDataLst>
          </p:nvPr>
        </p:nvSpPr>
        <p:spPr>
          <a:xfrm>
            <a:off x="7439025" y="1867535"/>
            <a:ext cx="1203960" cy="161544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/>
            </p:nvSpPr>
            <p:spPr>
              <a:xfrm>
                <a:off x="3157791" y="1441069"/>
                <a:ext cx="4432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791" y="1441069"/>
                <a:ext cx="443230" cy="368300"/>
              </a:xfrm>
              <a:prstGeom prst="rect">
                <a:avLst/>
              </a:prstGeom>
              <a:blipFill rotWithShape="1">
                <a:blip r:embed="rId58"/>
                <a:stretch>
                  <a:fillRect l="-129" t="-69" r="12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/>
              <p:cNvSpPr txBox="1"/>
              <p:nvPr/>
            </p:nvSpPr>
            <p:spPr>
              <a:xfrm>
                <a:off x="5502211" y="1496314"/>
                <a:ext cx="4133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11" y="1496314"/>
                <a:ext cx="413385" cy="368300"/>
              </a:xfrm>
              <a:prstGeom prst="rect">
                <a:avLst/>
              </a:prstGeom>
              <a:blipFill rotWithShape="1">
                <a:blip r:embed="rId59"/>
                <a:stretch>
                  <a:fillRect l="-138" t="-69" r="13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7834566" y="1499489"/>
                <a:ext cx="4121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566" y="1499489"/>
                <a:ext cx="412115" cy="368300"/>
              </a:xfrm>
              <a:prstGeom prst="rect">
                <a:avLst/>
              </a:prstGeom>
              <a:blipFill rotWithShape="1">
                <a:blip r:embed="rId60"/>
                <a:stretch>
                  <a:fillRect l="-139" t="-69" r="13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曲线连接符 75"/>
          <p:cNvCxnSpPr>
            <a:endCxn id="31" idx="1"/>
          </p:cNvCxnSpPr>
          <p:nvPr>
            <p:custDataLst>
              <p:tags r:id="rId61"/>
            </p:custDataLst>
          </p:nvPr>
        </p:nvCxnSpPr>
        <p:spPr>
          <a:xfrm rot="16200000">
            <a:off x="2324735" y="3213100"/>
            <a:ext cx="554990" cy="533400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曲线连接符 76"/>
          <p:cNvCxnSpPr>
            <a:endCxn id="53" idx="0"/>
          </p:cNvCxnSpPr>
          <p:nvPr>
            <p:custDataLst>
              <p:tags r:id="rId62"/>
            </p:custDataLst>
          </p:nvPr>
        </p:nvCxnSpPr>
        <p:spPr>
          <a:xfrm>
            <a:off x="3361055" y="3526790"/>
            <a:ext cx="350520" cy="222885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曲线连接符 77"/>
          <p:cNvCxnSpPr/>
          <p:nvPr>
            <p:custDataLst>
              <p:tags r:id="rId63"/>
            </p:custDataLst>
          </p:nvPr>
        </p:nvCxnSpPr>
        <p:spPr>
          <a:xfrm rot="16200000">
            <a:off x="4773295" y="3349625"/>
            <a:ext cx="602615" cy="212725"/>
          </a:xfrm>
          <a:prstGeom prst="curvedConnector3">
            <a:avLst>
              <a:gd name="adj1" fmla="val 49947"/>
            </a:avLst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曲线连接符 78"/>
          <p:cNvCxnSpPr>
            <a:endCxn id="62" idx="0"/>
          </p:cNvCxnSpPr>
          <p:nvPr>
            <p:custDataLst>
              <p:tags r:id="rId64"/>
            </p:custDataLst>
          </p:nvPr>
        </p:nvCxnSpPr>
        <p:spPr>
          <a:xfrm>
            <a:off x="5659755" y="3519170"/>
            <a:ext cx="697865" cy="230505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曲线连接符 79"/>
          <p:cNvCxnSpPr>
            <a:stCxn id="66" idx="0"/>
          </p:cNvCxnSpPr>
          <p:nvPr>
            <p:custDataLst>
              <p:tags r:id="rId65"/>
            </p:custDataLst>
          </p:nvPr>
        </p:nvCxnSpPr>
        <p:spPr>
          <a:xfrm rot="16200000" flipV="1">
            <a:off x="7415530" y="3352800"/>
            <a:ext cx="555625" cy="237490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曲线连接符 80"/>
          <p:cNvCxnSpPr>
            <a:endCxn id="67" idx="0"/>
          </p:cNvCxnSpPr>
          <p:nvPr>
            <p:custDataLst>
              <p:tags r:id="rId66"/>
            </p:custDataLst>
          </p:nvPr>
        </p:nvCxnSpPr>
        <p:spPr>
          <a:xfrm>
            <a:off x="7986395" y="3518535"/>
            <a:ext cx="1049655" cy="231140"/>
          </a:xfrm>
          <a:prstGeom prst="curvedConnector2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>
            <p:custDataLst>
              <p:tags r:id="rId67"/>
            </p:custDataLst>
          </p:nvPr>
        </p:nvCxnSpPr>
        <p:spPr>
          <a:xfrm flipH="1">
            <a:off x="3746500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>
            <p:custDataLst>
              <p:tags r:id="rId68"/>
            </p:custDataLst>
          </p:nvPr>
        </p:nvCxnSpPr>
        <p:spPr>
          <a:xfrm flipH="1">
            <a:off x="2379980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/>
              <p:cNvSpPr txBox="1"/>
              <p:nvPr/>
            </p:nvSpPr>
            <p:spPr>
              <a:xfrm>
                <a:off x="2118931" y="4712589"/>
                <a:ext cx="526415" cy="3695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931" y="4712589"/>
                <a:ext cx="526415" cy="369570"/>
              </a:xfrm>
              <a:prstGeom prst="rect">
                <a:avLst/>
              </a:prstGeom>
              <a:blipFill rotWithShape="1">
                <a:blip r:embed="rId69"/>
                <a:stretch>
                  <a:fillRect l="-108" t="-69" r="10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/>
              <p:cNvSpPr txBox="1"/>
              <p:nvPr/>
            </p:nvSpPr>
            <p:spPr>
              <a:xfrm>
                <a:off x="3512121" y="4727829"/>
                <a:ext cx="596265" cy="3594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121" y="4727829"/>
                <a:ext cx="596265" cy="359410"/>
              </a:xfrm>
              <a:prstGeom prst="rect">
                <a:avLst/>
              </a:prstGeom>
              <a:blipFill rotWithShape="1">
                <a:blip r:embed="rId70"/>
                <a:stretch>
                  <a:fillRect l="-96" t="-71" r="9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箭头连接符 88"/>
          <p:cNvCxnSpPr/>
          <p:nvPr>
            <p:custDataLst>
              <p:tags r:id="rId71"/>
            </p:custDataLst>
          </p:nvPr>
        </p:nvCxnSpPr>
        <p:spPr>
          <a:xfrm flipH="1">
            <a:off x="6357620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>
            <p:custDataLst>
              <p:tags r:id="rId72"/>
            </p:custDataLst>
          </p:nvPr>
        </p:nvCxnSpPr>
        <p:spPr>
          <a:xfrm flipH="1">
            <a:off x="4991100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4730051" y="4712589"/>
                <a:ext cx="522605" cy="3695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51" y="4712589"/>
                <a:ext cx="522605" cy="369570"/>
              </a:xfrm>
              <a:prstGeom prst="rect">
                <a:avLst/>
              </a:prstGeom>
              <a:blipFill rotWithShape="1">
                <a:blip r:embed="rId73"/>
                <a:stretch>
                  <a:fillRect l="-109" t="-69" r="10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/>
              <p:cNvSpPr txBox="1"/>
              <p:nvPr/>
            </p:nvSpPr>
            <p:spPr>
              <a:xfrm>
                <a:off x="6123241" y="4727829"/>
                <a:ext cx="522605" cy="3594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241" y="4727829"/>
                <a:ext cx="522605" cy="359410"/>
              </a:xfrm>
              <a:prstGeom prst="rect">
                <a:avLst/>
              </a:prstGeom>
              <a:blipFill rotWithShape="1">
                <a:blip r:embed="rId74"/>
                <a:stretch>
                  <a:fillRect l="-109" t="-71" r="109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接箭头连接符 92"/>
          <p:cNvCxnSpPr/>
          <p:nvPr>
            <p:custDataLst>
              <p:tags r:id="rId75"/>
            </p:custDataLst>
          </p:nvPr>
        </p:nvCxnSpPr>
        <p:spPr>
          <a:xfrm flipH="1">
            <a:off x="9070975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>
            <p:custDataLst>
              <p:tags r:id="rId76"/>
            </p:custDataLst>
          </p:nvPr>
        </p:nvCxnSpPr>
        <p:spPr>
          <a:xfrm flipH="1">
            <a:off x="7704455" y="4443730"/>
            <a:ext cx="5080" cy="36512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7443406" y="4712589"/>
                <a:ext cx="522605" cy="3695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406" y="4712589"/>
                <a:ext cx="522605" cy="369570"/>
              </a:xfrm>
              <a:prstGeom prst="rect">
                <a:avLst/>
              </a:prstGeom>
              <a:blipFill rotWithShape="1">
                <a:blip r:embed="rId77"/>
                <a:stretch>
                  <a:fillRect l="-109" t="-69" r="10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8836596" y="4727829"/>
                <a:ext cx="522605" cy="3594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596" y="4727829"/>
                <a:ext cx="522605" cy="359410"/>
              </a:xfrm>
              <a:prstGeom prst="rect">
                <a:avLst/>
              </a:prstGeom>
              <a:blipFill rotWithShape="1">
                <a:blip r:embed="rId78"/>
                <a:stretch>
                  <a:fillRect l="-109" t="-71" r="109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6308090" y="720725"/>
            <a:ext cx="1369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决策智能体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68690" y="720725"/>
            <a:ext cx="1369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决策智能体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9"/>
            </p:custDataLst>
          </p:nvPr>
        </p:nvSpPr>
        <p:spPr>
          <a:xfrm>
            <a:off x="4556125" y="3798570"/>
            <a:ext cx="1052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特征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编码器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0"/>
            </p:custDataLst>
          </p:nvPr>
        </p:nvSpPr>
        <p:spPr>
          <a:xfrm>
            <a:off x="5859145" y="3749040"/>
            <a:ext cx="1052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状态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预测器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1"/>
            </p:custDataLst>
          </p:nvPr>
        </p:nvSpPr>
        <p:spPr>
          <a:xfrm>
            <a:off x="7237730" y="3776345"/>
            <a:ext cx="1052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特征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编码器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2"/>
            </p:custDataLst>
          </p:nvPr>
        </p:nvSpPr>
        <p:spPr>
          <a:xfrm>
            <a:off x="8504555" y="3771900"/>
            <a:ext cx="1052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状态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预测器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7.xml><?xml version="1.0" encoding="utf-8"?>
<p:tagLst xmlns:p="http://schemas.openxmlformats.org/presentationml/2006/main">
  <p:tag name="KSO_DOCER_RESOURCE_TRACE_INFO" val="{&quot;id&quot;:&quot;21557365&quot;,&quot;origin&quot;:0,&quot;type&quot;:&quot;icons&quot;,&quot;user&quot;:&quot;245216284&quot;}"/>
  <p:tag name="KSO_WM_DIAGRAM_VIRTUALLY_FRAME" val="{&quot;height&quot;:297.75,&quot;left&quot;:147.7,&quot;top&quot;:80.9,&quot;width&quot;:607.4}"/>
</p:tagLst>
</file>

<file path=ppt/tags/tag8.xml><?xml version="1.0" encoding="utf-8"?>
<p:tagLst xmlns:p="http://schemas.openxmlformats.org/presentationml/2006/main">
  <p:tag name="KSO_DOCER_RESOURCE_TRACE_INFO" val="{&quot;id&quot;:&quot;21557365&quot;,&quot;origin&quot;:0,&quot;type&quot;:&quot;icons&quot;,&quot;user&quot;:&quot;245216284&quot;}"/>
  <p:tag name="KSO_WM_DIAGRAM_VIRTUALLY_FRAME" val="{&quot;height&quot;:297.75,&quot;left&quot;:147.7,&quot;top&quot;:80.9,&quot;width&quot;:607.4}"/>
</p:tagLst>
</file>

<file path=ppt/tags/tag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2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7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8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1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2.xml><?xml version="1.0" encoding="utf-8"?>
<p:tagLst xmlns:p="http://schemas.openxmlformats.org/presentationml/2006/main">
  <p:tag name="KSO_DOCER_RESOURCE_TRACE_INFO" val="{&quot;id&quot;:&quot;21557365&quot;,&quot;origin&quot;:0,&quot;type&quot;:&quot;icons&quot;,&quot;user&quot;:&quot;245216284&quot;}"/>
  <p:tag name="KSO_WM_DIAGRAM_VIRTUALLY_FRAME" val="{&quot;height&quot;:297.75,&quot;left&quot;:147.7,&quot;top&quot;:80.9,&quot;width&quot;:607.4}"/>
</p:tagLst>
</file>

<file path=ppt/tags/tag2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7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8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2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2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7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8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3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2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7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8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4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1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2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3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4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5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6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7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8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59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60.xml><?xml version="1.0" encoding="utf-8"?>
<p:tagLst xmlns:p="http://schemas.openxmlformats.org/presentationml/2006/main">
  <p:tag name="KSO_WM_DIAGRAM_VIRTUALLY_FRAME" val="{&quot;height&quot;:297.75,&quot;left&quot;:147.7,&quot;top&quot;:80.9,&quot;width&quot;:607.4}"/>
</p:tagLst>
</file>

<file path=ppt/tags/tag61.xml><?xml version="1.0" encoding="utf-8"?>
<p:tagLst xmlns:p="http://schemas.openxmlformats.org/presentationml/2006/main">
  <p:tag name="resource_record_key" val="{&quot;10&quot;:[20277002,21557365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WPS 演示</Application>
  <PresentationFormat>宽屏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89</cp:revision>
  <dcterms:created xsi:type="dcterms:W3CDTF">2023-08-09T12:44:00Z</dcterms:created>
  <dcterms:modified xsi:type="dcterms:W3CDTF">2026-06-08T15:16:27Z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3DE00E13F4D348CF9A297F1C2E1319CC_12</vt:lpwstr>
  </property>
</Properties>
</file>
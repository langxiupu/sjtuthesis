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1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3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6" Type="http://schemas.openxmlformats.org/officeDocument/2006/relationships/image" Target="../media/image4.png"/><Relationship Id="rId5" Type="http://schemas.openxmlformats.org/officeDocument/2006/relationships/tags" Target="../tags/tag2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tags" Target="../tags/tag1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0060" y="560070"/>
            <a:ext cx="7174865" cy="5447665"/>
          </a:xfrm>
          <a:prstGeom prst="rect">
            <a:avLst/>
          </a:prstGeom>
        </p:spPr>
      </p:pic>
      <p:pic>
        <p:nvPicPr>
          <p:cNvPr id="5" name="图片 4" descr="文件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4840" y="2618105"/>
            <a:ext cx="230505" cy="230505"/>
          </a:xfrm>
          <a:prstGeom prst="rect">
            <a:avLst/>
          </a:prstGeom>
        </p:spPr>
      </p:pic>
      <p:pic>
        <p:nvPicPr>
          <p:cNvPr id="8" name="图片 7" descr="文件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61560" y="1776095"/>
            <a:ext cx="230505" cy="2305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8382635" y="2771140"/>
                <a:ext cx="66865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400">
                    <a:latin typeface="黑体" panose="02010609060101010101" charset="-122"/>
                    <a:ea typeface="黑体" panose="02010609060101010101" charset="-122"/>
                  </a:rPr>
                  <a:t>卫星</a:t>
                </a:r>
                <a:r>
                  <a:rPr lang="en-US" altLang="zh-CN" sz="1400"/>
                  <a:t>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𝑖</m:t>
                    </m:r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635" y="2771140"/>
                <a:ext cx="668655" cy="30670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4938395" y="2999740"/>
                <a:ext cx="66865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400">
                    <a:latin typeface="黑体" panose="02010609060101010101" charset="-122"/>
                    <a:ea typeface="黑体" panose="02010609060101010101" charset="-122"/>
                  </a:rPr>
                  <a:t>卫星</a:t>
                </a:r>
                <a:r>
                  <a:rPr lang="en-US" altLang="zh-CN" sz="1400"/>
                  <a:t>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𝑖</m:t>
                    </m:r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8395" y="2999740"/>
                <a:ext cx="668655" cy="30670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3766185" y="2943860"/>
                <a:ext cx="66865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400">
                    <a:latin typeface="黑体" panose="02010609060101010101" charset="-122"/>
                    <a:ea typeface="黑体" panose="02010609060101010101" charset="-122"/>
                  </a:rPr>
                  <a:t>卫星</a:t>
                </a:r>
                <a:r>
                  <a:rPr lang="en-US" altLang="zh-CN" sz="1400"/>
                  <a:t>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𝑗</m:t>
                    </m:r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6185" y="2943860"/>
                <a:ext cx="668655" cy="30670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4138930" y="2943860"/>
                <a:ext cx="935355" cy="4108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8930" y="2943860"/>
                <a:ext cx="935355" cy="41084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箭头连接符 12"/>
          <p:cNvCxnSpPr/>
          <p:nvPr/>
        </p:nvCxnSpPr>
        <p:spPr>
          <a:xfrm>
            <a:off x="3229610" y="2375535"/>
            <a:ext cx="865505" cy="473075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2257425" y="1759585"/>
            <a:ext cx="1339850" cy="598805"/>
          </a:xfrm>
          <a:prstGeom prst="rect">
            <a:avLst/>
          </a:prstGeom>
          <a:noFill/>
          <a:ln w="1905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单跳状态</a:t>
            </a:r>
            <a:endParaRPr lang="zh-CN" altLang="en-US" sz="1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zh-CN" altLang="en-US" sz="1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直接广播</a:t>
            </a:r>
            <a:endParaRPr lang="zh-CN" altLang="en-US" sz="1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3546475" y="1546225"/>
            <a:ext cx="699770" cy="460375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2281555" y="917575"/>
            <a:ext cx="1339850" cy="598805"/>
          </a:xfrm>
          <a:prstGeom prst="rect">
            <a:avLst/>
          </a:prstGeom>
          <a:noFill/>
          <a:ln w="1905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MPR</a:t>
            </a:r>
            <a:r>
              <a:rPr lang="zh-CN" altLang="en-US" sz="1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节点作为多跳传输代理</a:t>
            </a:r>
            <a:endParaRPr lang="zh-CN" altLang="en-US" sz="1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449185" y="575310"/>
            <a:ext cx="1819275" cy="327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708265" y="549275"/>
            <a:ext cx="1560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跳本地视图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749540" y="4448175"/>
            <a:ext cx="164719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749540" y="4990465"/>
            <a:ext cx="164719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805420" y="5480050"/>
            <a:ext cx="164719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870190" y="4498975"/>
            <a:ext cx="9772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latin typeface="黑体" panose="02010609060101010101" charset="-122"/>
                <a:ea typeface="黑体" panose="02010609060101010101" charset="-122"/>
              </a:rPr>
              <a:t>感知卫星</a:t>
            </a:r>
            <a:endParaRPr lang="zh-CN" altLang="en-US" sz="14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907655" y="4963160"/>
            <a:ext cx="9772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latin typeface="黑体" panose="02010609060101010101" charset="-122"/>
                <a:ea typeface="黑体" panose="02010609060101010101" charset="-122"/>
              </a:rPr>
              <a:t>一跳</a:t>
            </a:r>
            <a:r>
              <a:rPr lang="zh-CN" altLang="en-US" sz="1400">
                <a:latin typeface="黑体" panose="02010609060101010101" charset="-122"/>
                <a:ea typeface="黑体" panose="02010609060101010101" charset="-122"/>
              </a:rPr>
              <a:t>邻居</a:t>
            </a:r>
            <a:endParaRPr lang="zh-CN" altLang="en-US" sz="14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935595" y="5457825"/>
            <a:ext cx="9772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latin typeface="黑体" panose="02010609060101010101" charset="-122"/>
                <a:ea typeface="黑体" panose="02010609060101010101" charset="-122"/>
              </a:rPr>
              <a:t>两跳</a:t>
            </a:r>
            <a:r>
              <a:rPr lang="zh-CN" altLang="en-US" sz="1400">
                <a:latin typeface="黑体" panose="02010609060101010101" charset="-122"/>
                <a:ea typeface="黑体" panose="02010609060101010101" charset="-122"/>
              </a:rPr>
              <a:t>邻居</a:t>
            </a:r>
            <a:endParaRPr lang="zh-CN" altLang="en-US" sz="14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726815" y="4896485"/>
            <a:ext cx="164719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3815715" y="4963160"/>
            <a:ext cx="9772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latin typeface="黑体" panose="02010609060101010101" charset="-122"/>
                <a:ea typeface="黑体" panose="02010609060101010101" charset="-122"/>
              </a:rPr>
              <a:t>感知卫星</a:t>
            </a:r>
            <a:endParaRPr lang="zh-CN" altLang="en-US" sz="14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765550" y="5269865"/>
            <a:ext cx="2134870" cy="708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3815715" y="5201285"/>
            <a:ext cx="9772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MPR</a:t>
            </a:r>
            <a:r>
              <a:rPr lang="zh-CN" altLang="en-US" sz="1400">
                <a:latin typeface="黑体" panose="02010609060101010101" charset="-122"/>
                <a:ea typeface="黑体" panose="02010609060101010101" charset="-122"/>
              </a:rPr>
              <a:t>卫星</a:t>
            </a:r>
            <a:endParaRPr lang="zh-CN" altLang="en-US" sz="14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815715" y="5476240"/>
            <a:ext cx="9772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单跳</a:t>
            </a:r>
            <a:r>
              <a:rPr lang="zh-CN" altLang="en-US" sz="14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传输</a:t>
            </a:r>
            <a:endParaRPr lang="zh-CN" altLang="en-US" sz="14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815715" y="5701030"/>
            <a:ext cx="9772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多跳传输</a:t>
            </a:r>
            <a:endParaRPr lang="zh-CN" altLang="en-US" sz="14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205605" y="518160"/>
            <a:ext cx="2134870" cy="354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4559935" y="549275"/>
            <a:ext cx="1560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LEO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卫星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星座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DOCER_RESOURCE_TRACE_INFO" val="{&quot;id&quot;:&quot;50042638&quot;,&quot;origin&quot;:0,&quot;type&quot;:&quot;icons&quot;,&quot;user&quot;:&quot;245216284&quot;}"/>
</p:tagLst>
</file>

<file path=ppt/tags/tag2.xml><?xml version="1.0" encoding="utf-8"?>
<p:tagLst xmlns:p="http://schemas.openxmlformats.org/presentationml/2006/main">
  <p:tag name="KSO_DOCER_RESOURCE_TRACE_INFO" val="{&quot;id&quot;:&quot;50042638&quot;,&quot;origin&quot;:0,&quot;type&quot;:&quot;icons&quot;,&quot;user&quot;:&quot;245216284&quot;}"/>
</p:tagLst>
</file>

<file path=ppt/tags/tag3.xml><?xml version="1.0" encoding="utf-8"?>
<p:tagLst xmlns:p="http://schemas.openxmlformats.org/presentationml/2006/main">
  <p:tag name="resource_record_key" val="{&quot;10&quot;:[50042638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</Words>
  <Application>WPS 演示</Application>
  <PresentationFormat>宽屏</PresentationFormat>
  <Paragraphs>31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Cambria Math</vt:lpstr>
      <vt:lpstr>Calibri</vt:lpstr>
      <vt:lpstr>微软雅黑</vt:lpstr>
      <vt:lpstr>Arial Unicode MS</vt:lpstr>
      <vt:lpstr>黑体</vt:lpstr>
      <vt:lpstr>Times New Roman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郎修璞</dc:creator>
  <cp:lastModifiedBy>Lawyer He</cp:lastModifiedBy>
  <cp:revision>67</cp:revision>
  <dcterms:created xsi:type="dcterms:W3CDTF">2023-08-09T12:44:00Z</dcterms:created>
  <dcterms:modified xsi:type="dcterms:W3CDTF">2026-06-08T05:40:49Z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1994FC6C54714BE18A1686393C6A5804_12</vt:lpwstr>
  </property>
</Properties>
</file>
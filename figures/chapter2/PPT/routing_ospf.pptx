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routing-osp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1962150"/>
            <a:ext cx="6210300" cy="29337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833995" y="4648200"/>
            <a:ext cx="973455" cy="212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99405" y="4860290"/>
            <a:ext cx="12363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LEO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卫星星座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60340" y="2015490"/>
            <a:ext cx="1070610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92850" y="3251200"/>
            <a:ext cx="815340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54650" y="1962150"/>
            <a:ext cx="14516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全局状态同步视图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970" y="2289175"/>
            <a:ext cx="8369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计算最短路径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18</cp:revision>
  <dcterms:created xsi:type="dcterms:W3CDTF">2023-08-09T12:44:00Z</dcterms:created>
  <dcterms:modified xsi:type="dcterms:W3CDTF">2026-06-07T02:36:36Z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B002BBA829294B5BB2D1D7CF3F540543_12</vt:lpwstr>
  </property>
</Properties>
</file>
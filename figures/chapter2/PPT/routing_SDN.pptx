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routing-sd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850" y="1868805"/>
            <a:ext cx="6210300" cy="30543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833360" y="4690110"/>
            <a:ext cx="1011555" cy="233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208905" y="4923155"/>
            <a:ext cx="14478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LEO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卫星星座</a:t>
            </a:r>
            <a:endParaRPr lang="zh-CN" altLang="en-US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934960" y="1901825"/>
            <a:ext cx="1112520" cy="448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934960" y="1988820"/>
            <a:ext cx="8312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GEO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卫星</a:t>
            </a:r>
            <a:endParaRPr lang="zh-CN" altLang="en-US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01715" y="2264410"/>
            <a:ext cx="1011555" cy="233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191885" y="1901825"/>
            <a:ext cx="8312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域间</a:t>
            </a:r>
            <a:r>
              <a:rPr lang="zh-CN" altLang="en-US" sz="1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交互</a:t>
            </a:r>
            <a:endParaRPr lang="zh-CN" altLang="en-US" sz="12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71260" y="3244850"/>
            <a:ext cx="841375" cy="2019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248400" y="3282950"/>
            <a:ext cx="8089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传输路径</a:t>
            </a:r>
            <a:endParaRPr lang="zh-CN" altLang="en-US" sz="10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421630" y="2733040"/>
            <a:ext cx="986155" cy="352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613785" y="4796790"/>
            <a:ext cx="8432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管控域一</a:t>
            </a:r>
            <a:endParaRPr lang="zh-CN" altLang="en-US" sz="120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8575" y="4796790"/>
            <a:ext cx="8432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accent4"/>
                </a:solidFill>
                <a:latin typeface="黑体" panose="02010609060101010101" charset="-122"/>
                <a:ea typeface="黑体" panose="02010609060101010101" charset="-122"/>
              </a:rPr>
              <a:t>管控域二</a:t>
            </a:r>
            <a:endParaRPr lang="zh-CN" altLang="en-US" sz="1200">
              <a:solidFill>
                <a:schemeClr val="accent4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4394200" y="2290445"/>
            <a:ext cx="1198245" cy="1253490"/>
          </a:xfrm>
          <a:prstGeom prst="straightConnector1">
            <a:avLst/>
          </a:prstGeom>
          <a:ln w="25400">
            <a:solidFill>
              <a:srgbClr val="C00000"/>
            </a:solidFill>
            <a:prstDash val="dash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5295900" y="2290445"/>
            <a:ext cx="410845" cy="1249045"/>
          </a:xfrm>
          <a:prstGeom prst="straightConnector1">
            <a:avLst/>
          </a:prstGeom>
          <a:ln w="25400">
            <a:solidFill>
              <a:srgbClr val="C00000"/>
            </a:solidFill>
            <a:prstDash val="dash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 flipV="1">
            <a:off x="5770245" y="2328545"/>
            <a:ext cx="266700" cy="1045845"/>
          </a:xfrm>
          <a:prstGeom prst="straightConnector1">
            <a:avLst/>
          </a:prstGeom>
          <a:ln w="25400">
            <a:solidFill>
              <a:srgbClr val="C00000"/>
            </a:solidFill>
            <a:prstDash val="dash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029075" y="2608580"/>
            <a:ext cx="115252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zh-CN" altLang="en-US" sz="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、收集域内全局拓扑</a:t>
            </a:r>
            <a:endParaRPr lang="zh-CN" altLang="en-US" sz="8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82820" y="1868805"/>
            <a:ext cx="94932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r>
              <a:rPr lang="zh-CN" altLang="en-US" sz="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、集中计算</a:t>
            </a:r>
            <a:r>
              <a:rPr lang="zh-CN" altLang="en-US" sz="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路由</a:t>
            </a:r>
            <a:endParaRPr lang="zh-CN" altLang="en-US" sz="8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019550" y="3751580"/>
            <a:ext cx="7632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r>
              <a:rPr lang="zh-CN" altLang="en-US" sz="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、下发流</a:t>
            </a:r>
            <a:r>
              <a:rPr lang="zh-CN" altLang="en-US" sz="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表</a:t>
            </a:r>
            <a:endParaRPr lang="zh-CN" altLang="en-US" sz="8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WPS 演示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黑体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36</cp:revision>
  <dcterms:created xsi:type="dcterms:W3CDTF">2023-08-09T12:44:00Z</dcterms:created>
  <dcterms:modified xsi:type="dcterms:W3CDTF">2026-06-07T02:47:24Z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D0A72E45802E42ACAED1059FA1690160_12</vt:lpwstr>
  </property>
</Properties>
</file>
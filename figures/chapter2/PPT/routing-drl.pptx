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routing-dr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850" y="1962150"/>
            <a:ext cx="6210300" cy="29337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306060" y="2014855"/>
            <a:ext cx="977900" cy="20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223510" y="1895475"/>
            <a:ext cx="965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单跳感知视图</a:t>
            </a:r>
            <a:r>
              <a:rPr lang="en-US" altLang="zh-CN" u="heavy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09870" y="4785995"/>
            <a:ext cx="1299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LEO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卫星星座</a:t>
            </a:r>
            <a:r>
              <a:rPr lang="en-US" altLang="zh-CN" u="heavy"/>
              <a:t> 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5309870" y="2706370"/>
            <a:ext cx="1320800" cy="14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155690" y="2249170"/>
            <a:ext cx="708025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340475" y="2439670"/>
            <a:ext cx="454660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853680" y="4674870"/>
            <a:ext cx="911225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188710" y="2218055"/>
            <a:ext cx="7112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预测</a:t>
            </a:r>
            <a:endParaRPr lang="zh-CN" altLang="en-US" sz="1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下一跳</a:t>
            </a:r>
            <a:r>
              <a:rPr lang="en-US" altLang="zh-CN" sz="1000" u="heavy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en-US" altLang="zh-CN" sz="1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63005" y="3268980"/>
            <a:ext cx="845820" cy="14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03950" y="3161030"/>
            <a:ext cx="76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传输路径</a:t>
            </a:r>
            <a:r>
              <a:rPr lang="en-US" altLang="zh-CN" u="heavy"/>
              <a:t> 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演示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黑体</vt:lpstr>
      <vt:lpstr>Calibri</vt:lpstr>
      <vt:lpstr>微软雅黑</vt:lpstr>
      <vt:lpstr>Arial Unicode MS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28</cp:revision>
  <dcterms:created xsi:type="dcterms:W3CDTF">2023-08-09T12:44:00Z</dcterms:created>
  <dcterms:modified xsi:type="dcterms:W3CDTF">2026-06-07T02:35:08Z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CB30600438F147F98E6F11F38757F095_12</vt:lpwstr>
  </property>
</Properties>
</file>
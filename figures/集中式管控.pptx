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2.svg" ContentType="image/svg+xml"/>
  <Override PartName="/ppt/media/image21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7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36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7" Type="http://schemas.openxmlformats.org/officeDocument/2006/relationships/slideLayout" Target="../slideLayouts/slideLayout1.xml"/><Relationship Id="rId56" Type="http://schemas.openxmlformats.org/officeDocument/2006/relationships/image" Target="../media/image21.svg"/><Relationship Id="rId55" Type="http://schemas.openxmlformats.org/officeDocument/2006/relationships/image" Target="../media/image20.png"/><Relationship Id="rId54" Type="http://schemas.openxmlformats.org/officeDocument/2006/relationships/tags" Target="../tags/tag35.xml"/><Relationship Id="rId53" Type="http://schemas.openxmlformats.org/officeDocument/2006/relationships/image" Target="../media/image19.png"/><Relationship Id="rId52" Type="http://schemas.openxmlformats.org/officeDocument/2006/relationships/image" Target="../media/image18.png"/><Relationship Id="rId51" Type="http://schemas.openxmlformats.org/officeDocument/2006/relationships/image" Target="../media/image17.png"/><Relationship Id="rId50" Type="http://schemas.openxmlformats.org/officeDocument/2006/relationships/image" Target="../media/image16.png"/><Relationship Id="rId5" Type="http://schemas.openxmlformats.org/officeDocument/2006/relationships/tags" Target="../tags/tag3.xml"/><Relationship Id="rId49" Type="http://schemas.openxmlformats.org/officeDocument/2006/relationships/tags" Target="../tags/tag34.xml"/><Relationship Id="rId48" Type="http://schemas.openxmlformats.org/officeDocument/2006/relationships/tags" Target="../tags/tag33.xml"/><Relationship Id="rId47" Type="http://schemas.openxmlformats.org/officeDocument/2006/relationships/tags" Target="../tags/tag32.xml"/><Relationship Id="rId46" Type="http://schemas.openxmlformats.org/officeDocument/2006/relationships/tags" Target="../tags/tag31.xml"/><Relationship Id="rId45" Type="http://schemas.openxmlformats.org/officeDocument/2006/relationships/tags" Target="../tags/tag30.xml"/><Relationship Id="rId44" Type="http://schemas.openxmlformats.org/officeDocument/2006/relationships/tags" Target="../tags/tag29.xml"/><Relationship Id="rId43" Type="http://schemas.openxmlformats.org/officeDocument/2006/relationships/tags" Target="../tags/tag28.xml"/><Relationship Id="rId42" Type="http://schemas.openxmlformats.org/officeDocument/2006/relationships/tags" Target="../tags/tag27.xml"/><Relationship Id="rId41" Type="http://schemas.openxmlformats.org/officeDocument/2006/relationships/tags" Target="../tags/tag26.xml"/><Relationship Id="rId40" Type="http://schemas.openxmlformats.org/officeDocument/2006/relationships/tags" Target="../tags/tag25.xml"/><Relationship Id="rId4" Type="http://schemas.openxmlformats.org/officeDocument/2006/relationships/tags" Target="../tags/tag2.xml"/><Relationship Id="rId39" Type="http://schemas.openxmlformats.org/officeDocument/2006/relationships/image" Target="../media/image15.png"/><Relationship Id="rId38" Type="http://schemas.openxmlformats.org/officeDocument/2006/relationships/tags" Target="../tags/tag24.xml"/><Relationship Id="rId37" Type="http://schemas.openxmlformats.org/officeDocument/2006/relationships/tags" Target="../tags/tag23.xml"/><Relationship Id="rId36" Type="http://schemas.openxmlformats.org/officeDocument/2006/relationships/tags" Target="../tags/tag22.xml"/><Relationship Id="rId35" Type="http://schemas.openxmlformats.org/officeDocument/2006/relationships/tags" Target="../tags/tag21.xml"/><Relationship Id="rId34" Type="http://schemas.openxmlformats.org/officeDocument/2006/relationships/tags" Target="../tags/tag20.xml"/><Relationship Id="rId33" Type="http://schemas.openxmlformats.org/officeDocument/2006/relationships/tags" Target="../tags/tag19.xml"/><Relationship Id="rId32" Type="http://schemas.openxmlformats.org/officeDocument/2006/relationships/tags" Target="../tags/tag18.xml"/><Relationship Id="rId31" Type="http://schemas.openxmlformats.org/officeDocument/2006/relationships/tags" Target="../tags/tag17.xml"/><Relationship Id="rId30" Type="http://schemas.openxmlformats.org/officeDocument/2006/relationships/image" Target="../media/image14.png"/><Relationship Id="rId3" Type="http://schemas.openxmlformats.org/officeDocument/2006/relationships/image" Target="../media/image2.svg"/><Relationship Id="rId29" Type="http://schemas.openxmlformats.org/officeDocument/2006/relationships/tags" Target="../tags/tag16.xml"/><Relationship Id="rId28" Type="http://schemas.openxmlformats.org/officeDocument/2006/relationships/image" Target="../media/image13.png"/><Relationship Id="rId27" Type="http://schemas.openxmlformats.org/officeDocument/2006/relationships/tags" Target="../tags/tag15.xml"/><Relationship Id="rId26" Type="http://schemas.openxmlformats.org/officeDocument/2006/relationships/image" Target="../media/image12.svg"/><Relationship Id="rId25" Type="http://schemas.openxmlformats.org/officeDocument/2006/relationships/image" Target="../media/image11.png"/><Relationship Id="rId24" Type="http://schemas.openxmlformats.org/officeDocument/2006/relationships/tags" Target="../tags/tag14.xml"/><Relationship Id="rId23" Type="http://schemas.openxmlformats.org/officeDocument/2006/relationships/image" Target="../media/image10.svg"/><Relationship Id="rId22" Type="http://schemas.openxmlformats.org/officeDocument/2006/relationships/image" Target="../media/image9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image" Target="../media/image1.png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tags" Target="../tags/tag9.xml"/><Relationship Id="rId16" Type="http://schemas.openxmlformats.org/officeDocument/2006/relationships/tags" Target="../tags/tag8.xml"/><Relationship Id="rId15" Type="http://schemas.openxmlformats.org/officeDocument/2006/relationships/tags" Target="../tags/tag7.xml"/><Relationship Id="rId14" Type="http://schemas.openxmlformats.org/officeDocument/2006/relationships/image" Target="../media/image8.svg"/><Relationship Id="rId13" Type="http://schemas.openxmlformats.org/officeDocument/2006/relationships/image" Target="../media/image7.png"/><Relationship Id="rId12" Type="http://schemas.openxmlformats.org/officeDocument/2006/relationships/tags" Target="../tags/tag6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" name="椭圆 74"/>
          <p:cNvSpPr/>
          <p:nvPr/>
        </p:nvSpPr>
        <p:spPr>
          <a:xfrm>
            <a:off x="9290685" y="2864485"/>
            <a:ext cx="2372360" cy="1896110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>
            <a:off x="1714500" y="2864485"/>
            <a:ext cx="2372360" cy="1896110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流程图: 联系 4"/>
          <p:cNvSpPr/>
          <p:nvPr/>
        </p:nvSpPr>
        <p:spPr>
          <a:xfrm>
            <a:off x="2604135" y="435610"/>
            <a:ext cx="8514080" cy="1258570"/>
          </a:xfrm>
          <a:prstGeom prst="flowChartConnector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卫星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6950" y="685165"/>
            <a:ext cx="662940" cy="662940"/>
          </a:xfrm>
          <a:prstGeom prst="rect">
            <a:avLst/>
          </a:prstGeom>
        </p:spPr>
      </p:pic>
      <p:pic>
        <p:nvPicPr>
          <p:cNvPr id="6" name="图片 5" descr="卫星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9705" y="1348105"/>
            <a:ext cx="662940" cy="662940"/>
          </a:xfrm>
          <a:prstGeom prst="rect">
            <a:avLst/>
          </a:prstGeom>
        </p:spPr>
      </p:pic>
      <p:pic>
        <p:nvPicPr>
          <p:cNvPr id="7" name="图片 6" descr="卫星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2460" y="685165"/>
            <a:ext cx="662940" cy="662940"/>
          </a:xfrm>
          <a:prstGeom prst="rect">
            <a:avLst/>
          </a:prstGeom>
        </p:spPr>
      </p:pic>
      <p:pic>
        <p:nvPicPr>
          <p:cNvPr id="9" name="图片 8" descr="云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78855" y="906780"/>
            <a:ext cx="1634490" cy="14478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614285" y="1610360"/>
            <a:ext cx="13036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</a:rPr>
              <a:t>全局</a:t>
            </a:r>
            <a:endParaRPr lang="zh-CN" altLang="en-US" b="1">
              <a:solidFill>
                <a:srgbClr val="FF0000"/>
              </a:solidFill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</a:rPr>
              <a:t>控制器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14720" y="685165"/>
            <a:ext cx="1663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</a:rPr>
              <a:t>高轨卫星</a:t>
            </a:r>
            <a:r>
              <a:rPr lang="zh-CN" altLang="en-US" b="1">
                <a:solidFill>
                  <a:srgbClr val="FF0000"/>
                </a:solidFill>
              </a:rPr>
              <a:t>层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0640" y="183515"/>
            <a:ext cx="1348740" cy="648970"/>
          </a:xfrm>
          <a:prstGeom prst="roundRect">
            <a:avLst/>
          </a:prstGeom>
          <a:gradFill>
            <a:gsLst>
              <a:gs pos="56000">
                <a:srgbClr val="60D6C2">
                  <a:alpha val="61000"/>
                </a:srgbClr>
              </a:gs>
              <a:gs pos="100000">
                <a:srgbClr val="C5B2DE">
                  <a:alpha val="50000"/>
                </a:srgbClr>
              </a:gs>
              <a:gs pos="0">
                <a:srgbClr val="5E79B0">
                  <a:alpha val="24000"/>
                </a:srgbClr>
              </a:gs>
            </a:gsLst>
            <a:lin ang="2700000" scaled="1"/>
          </a:gra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云端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0640" y="2329815"/>
            <a:ext cx="1348740" cy="648970"/>
          </a:xfrm>
          <a:prstGeom prst="roundRect">
            <a:avLst/>
          </a:prstGeom>
          <a:gradFill>
            <a:gsLst>
              <a:gs pos="56000">
                <a:srgbClr val="60D6C2">
                  <a:alpha val="61000"/>
                </a:srgbClr>
              </a:gs>
              <a:gs pos="100000">
                <a:srgbClr val="C5B2DE">
                  <a:alpha val="50000"/>
                </a:srgbClr>
              </a:gs>
              <a:gs pos="0">
                <a:srgbClr val="5E79B0">
                  <a:alpha val="24000"/>
                </a:srgbClr>
              </a:gs>
            </a:gsLst>
            <a:lin ang="2700000" scaled="1"/>
          </a:gra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边缘端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0640" y="4517390"/>
            <a:ext cx="1348740" cy="648970"/>
          </a:xfrm>
          <a:prstGeom prst="roundRect">
            <a:avLst/>
          </a:prstGeom>
          <a:gradFill>
            <a:gsLst>
              <a:gs pos="56000">
                <a:srgbClr val="60D6C2">
                  <a:alpha val="61000"/>
                </a:srgbClr>
              </a:gs>
              <a:gs pos="100000">
                <a:srgbClr val="C5B2DE">
                  <a:alpha val="50000"/>
                </a:srgbClr>
              </a:gs>
              <a:gs pos="0">
                <a:srgbClr val="5E79B0">
                  <a:alpha val="24000"/>
                </a:srgbClr>
              </a:gs>
            </a:gsLst>
            <a:lin ang="2700000" scaled="1"/>
          </a:gra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本地端</a:t>
            </a: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9003665" y="2799715"/>
            <a:ext cx="2983230" cy="1960880"/>
            <a:chOff x="12960" y="4177"/>
            <a:chExt cx="4698" cy="3088"/>
          </a:xfrm>
        </p:grpSpPr>
        <p:grpSp>
          <p:nvGrpSpPr>
            <p:cNvPr id="27" name="组合 26"/>
            <p:cNvGrpSpPr/>
            <p:nvPr/>
          </p:nvGrpSpPr>
          <p:grpSpPr>
            <a:xfrm>
              <a:off x="16368" y="4774"/>
              <a:ext cx="1290" cy="780"/>
              <a:chOff x="13163" y="5516"/>
              <a:chExt cx="1290" cy="780"/>
            </a:xfrm>
          </p:grpSpPr>
          <p:pic>
            <p:nvPicPr>
              <p:cNvPr id="22" name="图片 21" descr="卫星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3163" y="5516"/>
                <a:ext cx="780" cy="780"/>
              </a:xfrm>
              <a:prstGeom prst="rect">
                <a:avLst/>
              </a:prstGeom>
            </p:spPr>
          </p:pic>
          <p:pic>
            <p:nvPicPr>
              <p:cNvPr id="23" name="图片 22" descr="服务器"/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3943" y="5516"/>
                <a:ext cx="510" cy="510"/>
              </a:xfrm>
              <a:prstGeom prst="rect">
                <a:avLst/>
              </a:prstGeom>
            </p:spPr>
          </p:pic>
        </p:grpSp>
        <p:grpSp>
          <p:nvGrpSpPr>
            <p:cNvPr id="30" name="组合 29"/>
            <p:cNvGrpSpPr/>
            <p:nvPr/>
          </p:nvGrpSpPr>
          <p:grpSpPr>
            <a:xfrm>
              <a:off x="14061" y="4177"/>
              <a:ext cx="1290" cy="780"/>
              <a:chOff x="13163" y="5516"/>
              <a:chExt cx="1290" cy="780"/>
            </a:xfrm>
          </p:grpSpPr>
          <p:pic>
            <p:nvPicPr>
              <p:cNvPr id="31" name="图片 30" descr="卫星"/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3163" y="5516"/>
                <a:ext cx="780" cy="780"/>
              </a:xfrm>
              <a:prstGeom prst="rect">
                <a:avLst/>
              </a:prstGeom>
            </p:spPr>
          </p:pic>
          <p:pic>
            <p:nvPicPr>
              <p:cNvPr id="32" name="图片 31" descr="服务器"/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3943" y="5516"/>
                <a:ext cx="510" cy="510"/>
              </a:xfrm>
              <a:prstGeom prst="rect">
                <a:avLst/>
              </a:prstGeom>
            </p:spPr>
          </p:pic>
        </p:grpSp>
        <p:grpSp>
          <p:nvGrpSpPr>
            <p:cNvPr id="33" name="组合 32"/>
            <p:cNvGrpSpPr/>
            <p:nvPr/>
          </p:nvGrpSpPr>
          <p:grpSpPr>
            <a:xfrm>
              <a:off x="15393" y="6485"/>
              <a:ext cx="1290" cy="780"/>
              <a:chOff x="13163" y="5516"/>
              <a:chExt cx="1290" cy="780"/>
            </a:xfrm>
          </p:grpSpPr>
          <p:pic>
            <p:nvPicPr>
              <p:cNvPr id="34" name="图片 33" descr="卫星"/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3163" y="5516"/>
                <a:ext cx="780" cy="780"/>
              </a:xfrm>
              <a:prstGeom prst="rect">
                <a:avLst/>
              </a:prstGeom>
            </p:spPr>
          </p:pic>
          <p:pic>
            <p:nvPicPr>
              <p:cNvPr id="35" name="图片 34" descr="服务器"/>
              <p:cNvPicPr>
                <a:picLocks noChangeAspect="1"/>
              </p:cNvPicPr>
              <p:nvPr>
                <p:custDataLst>
                  <p:tags r:id="rId18"/>
                </p:custDataLst>
              </p:nvPr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3943" y="5516"/>
                <a:ext cx="510" cy="510"/>
              </a:xfrm>
              <a:prstGeom prst="rect">
                <a:avLst/>
              </a:prstGeom>
            </p:spPr>
          </p:pic>
        </p:grpSp>
        <p:grpSp>
          <p:nvGrpSpPr>
            <p:cNvPr id="36" name="组合 35"/>
            <p:cNvGrpSpPr/>
            <p:nvPr/>
          </p:nvGrpSpPr>
          <p:grpSpPr>
            <a:xfrm>
              <a:off x="12960" y="5840"/>
              <a:ext cx="1290" cy="780"/>
              <a:chOff x="13163" y="5516"/>
              <a:chExt cx="1290" cy="780"/>
            </a:xfrm>
          </p:grpSpPr>
          <p:pic>
            <p:nvPicPr>
              <p:cNvPr id="37" name="图片 36" descr="卫星"/>
              <p:cNvPicPr>
                <a:picLocks noChangeAspect="1"/>
              </p:cNvPicPr>
              <p:nvPr>
                <p:custDataLst>
                  <p:tags r:id="rId19"/>
                </p:custDataLst>
              </p:nvPr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3163" y="5516"/>
                <a:ext cx="780" cy="780"/>
              </a:xfrm>
              <a:prstGeom prst="rect">
                <a:avLst/>
              </a:prstGeom>
            </p:spPr>
          </p:pic>
          <p:pic>
            <p:nvPicPr>
              <p:cNvPr id="38" name="图片 37" descr="服务器"/>
              <p:cNvPicPr>
                <a:picLocks noChangeAspect="1"/>
              </p:cNvPicPr>
              <p:nvPr>
                <p:custDataLst>
                  <p:tags r:id="rId20"/>
                </p:custDataLst>
              </p:nvPr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3943" y="5516"/>
                <a:ext cx="510" cy="510"/>
              </a:xfrm>
              <a:prstGeom prst="rect">
                <a:avLst/>
              </a:prstGeom>
            </p:spPr>
          </p:pic>
        </p:grpSp>
        <p:pic>
          <p:nvPicPr>
            <p:cNvPr id="3" name="图片 2" descr="云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452" y="4691"/>
              <a:ext cx="1519" cy="1797"/>
            </a:xfrm>
            <a:prstGeom prst="rect">
              <a:avLst/>
            </a:prstGeom>
          </p:spPr>
        </p:pic>
        <p:cxnSp>
          <p:nvCxnSpPr>
            <p:cNvPr id="8" name="直接箭头连接符 7"/>
            <p:cNvCxnSpPr/>
            <p:nvPr/>
          </p:nvCxnSpPr>
          <p:spPr>
            <a:xfrm>
              <a:off x="14702" y="4794"/>
              <a:ext cx="353" cy="502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29" name="图片 28" descr="卫星信号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4841" y="5297"/>
              <a:ext cx="816" cy="816"/>
            </a:xfrm>
            <a:prstGeom prst="rect">
              <a:avLst/>
            </a:prstGeom>
          </p:spPr>
        </p:pic>
        <p:cxnSp>
          <p:nvCxnSpPr>
            <p:cNvPr id="15" name="直接箭头连接符 14"/>
            <p:cNvCxnSpPr/>
            <p:nvPr/>
          </p:nvCxnSpPr>
          <p:spPr>
            <a:xfrm flipV="1">
              <a:off x="13692" y="5898"/>
              <a:ext cx="1158" cy="647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 flipV="1">
              <a:off x="15702" y="4990"/>
              <a:ext cx="817" cy="451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>
              <a:off x="15290" y="6114"/>
              <a:ext cx="353" cy="502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15971" y="5529"/>
              <a:ext cx="164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</a:rPr>
                <a:t>区域</a:t>
              </a:r>
              <a:endParaRPr lang="zh-CN" altLang="en-US" b="1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b="1">
                  <a:solidFill>
                    <a:srgbClr val="FF0000"/>
                  </a:solidFill>
                </a:rPr>
                <a:t>控制器</a:t>
              </a:r>
              <a:r>
                <a:rPr lang="en-US" altLang="zh-CN" b="1">
                  <a:solidFill>
                    <a:srgbClr val="FF0000"/>
                  </a:solidFill>
                </a:rPr>
                <a:t> 3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317490" y="2799715"/>
            <a:ext cx="2983230" cy="1960880"/>
            <a:chOff x="12960" y="4177"/>
            <a:chExt cx="4698" cy="3088"/>
          </a:xfrm>
        </p:grpSpPr>
        <p:grpSp>
          <p:nvGrpSpPr>
            <p:cNvPr id="21" name="组合 20"/>
            <p:cNvGrpSpPr/>
            <p:nvPr/>
          </p:nvGrpSpPr>
          <p:grpSpPr>
            <a:xfrm>
              <a:off x="16368" y="4774"/>
              <a:ext cx="1290" cy="780"/>
              <a:chOff x="13163" y="5516"/>
              <a:chExt cx="1290" cy="780"/>
            </a:xfrm>
          </p:grpSpPr>
          <p:pic>
            <p:nvPicPr>
              <p:cNvPr id="25" name="图片 24" descr="卫星"/>
              <p:cNvPicPr>
                <a:picLocks noChangeAspect="1"/>
              </p:cNvPicPr>
              <p:nvPr>
                <p:custDataLst>
                  <p:tags r:id="rId27"/>
                </p:custDataLst>
              </p:nvPr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3163" y="5516"/>
                <a:ext cx="780" cy="780"/>
              </a:xfrm>
              <a:prstGeom prst="rect">
                <a:avLst/>
              </a:prstGeom>
            </p:spPr>
          </p:pic>
          <p:pic>
            <p:nvPicPr>
              <p:cNvPr id="26" name="图片 25" descr="服务器"/>
              <p:cNvPicPr>
                <a:picLocks noChangeAspect="1"/>
              </p:cNvPicPr>
              <p:nvPr>
                <p:custDataLst>
                  <p:tags r:id="rId29"/>
                </p:custDataLst>
              </p:nvPr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3943" y="5516"/>
                <a:ext cx="510" cy="510"/>
              </a:xfrm>
              <a:prstGeom prst="rect">
                <a:avLst/>
              </a:prstGeom>
            </p:spPr>
          </p:pic>
        </p:grpSp>
        <p:grpSp>
          <p:nvGrpSpPr>
            <p:cNvPr id="39" name="组合 38"/>
            <p:cNvGrpSpPr/>
            <p:nvPr/>
          </p:nvGrpSpPr>
          <p:grpSpPr>
            <a:xfrm>
              <a:off x="14061" y="4177"/>
              <a:ext cx="1290" cy="780"/>
              <a:chOff x="13163" y="5516"/>
              <a:chExt cx="1290" cy="780"/>
            </a:xfrm>
          </p:grpSpPr>
          <p:pic>
            <p:nvPicPr>
              <p:cNvPr id="40" name="图片 39" descr="卫星"/>
              <p:cNvPicPr>
                <a:picLocks noChangeAspect="1"/>
              </p:cNvPicPr>
              <p:nvPr>
                <p:custDataLst>
                  <p:tags r:id="rId31"/>
                </p:custDataLst>
              </p:nvPr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3163" y="5516"/>
                <a:ext cx="780" cy="780"/>
              </a:xfrm>
              <a:prstGeom prst="rect">
                <a:avLst/>
              </a:prstGeom>
            </p:spPr>
          </p:pic>
          <p:pic>
            <p:nvPicPr>
              <p:cNvPr id="41" name="图片 40" descr="服务器"/>
              <p:cNvPicPr>
                <a:picLocks noChangeAspect="1"/>
              </p:cNvPicPr>
              <p:nvPr>
                <p:custDataLst>
                  <p:tags r:id="rId32"/>
                </p:custDataLst>
              </p:nvPr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3943" y="5516"/>
                <a:ext cx="510" cy="510"/>
              </a:xfrm>
              <a:prstGeom prst="rect">
                <a:avLst/>
              </a:prstGeom>
            </p:spPr>
          </p:pic>
        </p:grpSp>
        <p:grpSp>
          <p:nvGrpSpPr>
            <p:cNvPr id="42" name="组合 41"/>
            <p:cNvGrpSpPr/>
            <p:nvPr/>
          </p:nvGrpSpPr>
          <p:grpSpPr>
            <a:xfrm>
              <a:off x="15393" y="6485"/>
              <a:ext cx="1290" cy="780"/>
              <a:chOff x="13163" y="5516"/>
              <a:chExt cx="1290" cy="780"/>
            </a:xfrm>
          </p:grpSpPr>
          <p:pic>
            <p:nvPicPr>
              <p:cNvPr id="43" name="图片 42" descr="卫星"/>
              <p:cNvPicPr>
                <a:picLocks noChangeAspect="1"/>
              </p:cNvPicPr>
              <p:nvPr>
                <p:custDataLst>
                  <p:tags r:id="rId33"/>
                </p:custDataLst>
              </p:nvPr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3163" y="5516"/>
                <a:ext cx="780" cy="780"/>
              </a:xfrm>
              <a:prstGeom prst="rect">
                <a:avLst/>
              </a:prstGeom>
            </p:spPr>
          </p:pic>
          <p:pic>
            <p:nvPicPr>
              <p:cNvPr id="44" name="图片 43" descr="服务器"/>
              <p:cNvPicPr>
                <a:picLocks noChangeAspect="1"/>
              </p:cNvPicPr>
              <p:nvPr>
                <p:custDataLst>
                  <p:tags r:id="rId34"/>
                </p:custDataLst>
              </p:nvPr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3943" y="5516"/>
                <a:ext cx="510" cy="510"/>
              </a:xfrm>
              <a:prstGeom prst="rect">
                <a:avLst/>
              </a:prstGeom>
            </p:spPr>
          </p:pic>
        </p:grpSp>
        <p:grpSp>
          <p:nvGrpSpPr>
            <p:cNvPr id="45" name="组合 44"/>
            <p:cNvGrpSpPr/>
            <p:nvPr/>
          </p:nvGrpSpPr>
          <p:grpSpPr>
            <a:xfrm>
              <a:off x="12960" y="5840"/>
              <a:ext cx="1290" cy="780"/>
              <a:chOff x="13163" y="5516"/>
              <a:chExt cx="1290" cy="780"/>
            </a:xfrm>
          </p:grpSpPr>
          <p:pic>
            <p:nvPicPr>
              <p:cNvPr id="46" name="图片 45" descr="卫星"/>
              <p:cNvPicPr>
                <a:picLocks noChangeAspect="1"/>
              </p:cNvPicPr>
              <p:nvPr>
                <p:custDataLst>
                  <p:tags r:id="rId35"/>
                </p:custDataLst>
              </p:nvPr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3163" y="5516"/>
                <a:ext cx="780" cy="780"/>
              </a:xfrm>
              <a:prstGeom prst="rect">
                <a:avLst/>
              </a:prstGeom>
            </p:spPr>
          </p:pic>
          <p:pic>
            <p:nvPicPr>
              <p:cNvPr id="47" name="图片 46" descr="服务器"/>
              <p:cNvPicPr>
                <a:picLocks noChangeAspect="1"/>
              </p:cNvPicPr>
              <p:nvPr>
                <p:custDataLst>
                  <p:tags r:id="rId36"/>
                </p:custDataLst>
              </p:nvPr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3943" y="5516"/>
                <a:ext cx="510" cy="510"/>
              </a:xfrm>
              <a:prstGeom prst="rect">
                <a:avLst/>
              </a:prstGeom>
            </p:spPr>
          </p:pic>
        </p:grpSp>
        <p:pic>
          <p:nvPicPr>
            <p:cNvPr id="48" name="图片 47" descr="云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452" y="4691"/>
              <a:ext cx="1519" cy="1797"/>
            </a:xfrm>
            <a:prstGeom prst="rect">
              <a:avLst/>
            </a:prstGeom>
          </p:spPr>
        </p:pic>
        <p:cxnSp>
          <p:nvCxnSpPr>
            <p:cNvPr id="49" name="直接箭头连接符 48"/>
            <p:cNvCxnSpPr/>
            <p:nvPr/>
          </p:nvCxnSpPr>
          <p:spPr>
            <a:xfrm>
              <a:off x="14702" y="4794"/>
              <a:ext cx="353" cy="502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50" name="图片 49" descr="卫星信号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4841" y="5297"/>
              <a:ext cx="816" cy="816"/>
            </a:xfrm>
            <a:prstGeom prst="rect">
              <a:avLst/>
            </a:prstGeom>
          </p:spPr>
        </p:pic>
        <p:cxnSp>
          <p:nvCxnSpPr>
            <p:cNvPr id="51" name="直接箭头连接符 50"/>
            <p:cNvCxnSpPr/>
            <p:nvPr/>
          </p:nvCxnSpPr>
          <p:spPr>
            <a:xfrm flipV="1">
              <a:off x="13692" y="5898"/>
              <a:ext cx="1158" cy="647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>
            <a:xfrm flipV="1">
              <a:off x="15702" y="4990"/>
              <a:ext cx="817" cy="451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/>
            <p:nvPr/>
          </p:nvCxnSpPr>
          <p:spPr>
            <a:xfrm>
              <a:off x="15290" y="6114"/>
              <a:ext cx="353" cy="502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4" name="文本框 53"/>
            <p:cNvSpPr txBox="1"/>
            <p:nvPr/>
          </p:nvSpPr>
          <p:spPr>
            <a:xfrm>
              <a:off x="15971" y="5529"/>
              <a:ext cx="164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</a:rPr>
                <a:t>区域</a:t>
              </a:r>
              <a:endParaRPr lang="zh-CN" altLang="en-US" b="1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b="1">
                  <a:solidFill>
                    <a:srgbClr val="FF0000"/>
                  </a:solidFill>
                </a:rPr>
                <a:t>控制器</a:t>
              </a:r>
              <a:r>
                <a:rPr lang="en-US" altLang="zh-CN" b="1">
                  <a:solidFill>
                    <a:srgbClr val="FF0000"/>
                  </a:solidFill>
                </a:rPr>
                <a:t> 2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1471295" y="2799715"/>
            <a:ext cx="2983230" cy="1960880"/>
            <a:chOff x="12960" y="4177"/>
            <a:chExt cx="4698" cy="3088"/>
          </a:xfrm>
        </p:grpSpPr>
        <p:grpSp>
          <p:nvGrpSpPr>
            <p:cNvPr id="56" name="组合 55"/>
            <p:cNvGrpSpPr/>
            <p:nvPr/>
          </p:nvGrpSpPr>
          <p:grpSpPr>
            <a:xfrm>
              <a:off x="16368" y="4774"/>
              <a:ext cx="1290" cy="780"/>
              <a:chOff x="13163" y="5516"/>
              <a:chExt cx="1290" cy="780"/>
            </a:xfrm>
          </p:grpSpPr>
          <p:pic>
            <p:nvPicPr>
              <p:cNvPr id="57" name="图片 56" descr="卫星"/>
              <p:cNvPicPr>
                <a:picLocks noChangeAspect="1"/>
              </p:cNvPicPr>
              <p:nvPr>
                <p:custDataLst>
                  <p:tags r:id="rId40"/>
                </p:custDataLst>
              </p:nvPr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3163" y="5516"/>
                <a:ext cx="780" cy="780"/>
              </a:xfrm>
              <a:prstGeom prst="rect">
                <a:avLst/>
              </a:prstGeom>
            </p:spPr>
          </p:pic>
          <p:pic>
            <p:nvPicPr>
              <p:cNvPr id="58" name="图片 57" descr="服务器"/>
              <p:cNvPicPr>
                <a:picLocks noChangeAspect="1"/>
              </p:cNvPicPr>
              <p:nvPr>
                <p:custDataLst>
                  <p:tags r:id="rId41"/>
                </p:custDataLst>
              </p:nvPr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3943" y="5516"/>
                <a:ext cx="510" cy="510"/>
              </a:xfrm>
              <a:prstGeom prst="rect">
                <a:avLst/>
              </a:prstGeom>
            </p:spPr>
          </p:pic>
        </p:grpSp>
        <p:grpSp>
          <p:nvGrpSpPr>
            <p:cNvPr id="59" name="组合 58"/>
            <p:cNvGrpSpPr/>
            <p:nvPr/>
          </p:nvGrpSpPr>
          <p:grpSpPr>
            <a:xfrm>
              <a:off x="14061" y="4177"/>
              <a:ext cx="1290" cy="780"/>
              <a:chOff x="13163" y="5516"/>
              <a:chExt cx="1290" cy="780"/>
            </a:xfrm>
          </p:grpSpPr>
          <p:pic>
            <p:nvPicPr>
              <p:cNvPr id="60" name="图片 59" descr="卫星"/>
              <p:cNvPicPr>
                <a:picLocks noChangeAspect="1"/>
              </p:cNvPicPr>
              <p:nvPr>
                <p:custDataLst>
                  <p:tags r:id="rId42"/>
                </p:custDataLst>
              </p:nvPr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3163" y="5516"/>
                <a:ext cx="780" cy="780"/>
              </a:xfrm>
              <a:prstGeom prst="rect">
                <a:avLst/>
              </a:prstGeom>
            </p:spPr>
          </p:pic>
          <p:pic>
            <p:nvPicPr>
              <p:cNvPr id="61" name="图片 60" descr="服务器"/>
              <p:cNvPicPr>
                <a:picLocks noChangeAspect="1"/>
              </p:cNvPicPr>
              <p:nvPr>
                <p:custDataLst>
                  <p:tags r:id="rId43"/>
                </p:custDataLst>
              </p:nvPr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3943" y="5516"/>
                <a:ext cx="510" cy="510"/>
              </a:xfrm>
              <a:prstGeom prst="rect">
                <a:avLst/>
              </a:prstGeom>
            </p:spPr>
          </p:pic>
        </p:grpSp>
        <p:grpSp>
          <p:nvGrpSpPr>
            <p:cNvPr id="62" name="组合 61"/>
            <p:cNvGrpSpPr/>
            <p:nvPr/>
          </p:nvGrpSpPr>
          <p:grpSpPr>
            <a:xfrm>
              <a:off x="15393" y="6485"/>
              <a:ext cx="1290" cy="780"/>
              <a:chOff x="13163" y="5516"/>
              <a:chExt cx="1290" cy="780"/>
            </a:xfrm>
          </p:grpSpPr>
          <p:pic>
            <p:nvPicPr>
              <p:cNvPr id="63" name="图片 62" descr="卫星"/>
              <p:cNvPicPr>
                <a:picLocks noChangeAspect="1"/>
              </p:cNvPicPr>
              <p:nvPr>
                <p:custDataLst>
                  <p:tags r:id="rId44"/>
                </p:custDataLst>
              </p:nvPr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3163" y="5516"/>
                <a:ext cx="780" cy="780"/>
              </a:xfrm>
              <a:prstGeom prst="rect">
                <a:avLst/>
              </a:prstGeom>
            </p:spPr>
          </p:pic>
          <p:pic>
            <p:nvPicPr>
              <p:cNvPr id="64" name="图片 63" descr="服务器"/>
              <p:cNvPicPr>
                <a:picLocks noChangeAspect="1"/>
              </p:cNvPicPr>
              <p:nvPr>
                <p:custDataLst>
                  <p:tags r:id="rId45"/>
                </p:custDataLst>
              </p:nvPr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3943" y="5516"/>
                <a:ext cx="510" cy="510"/>
              </a:xfrm>
              <a:prstGeom prst="rect">
                <a:avLst/>
              </a:prstGeom>
            </p:spPr>
          </p:pic>
        </p:grpSp>
        <p:grpSp>
          <p:nvGrpSpPr>
            <p:cNvPr id="65" name="组合 64"/>
            <p:cNvGrpSpPr/>
            <p:nvPr/>
          </p:nvGrpSpPr>
          <p:grpSpPr>
            <a:xfrm>
              <a:off x="12960" y="5840"/>
              <a:ext cx="1290" cy="780"/>
              <a:chOff x="13163" y="5516"/>
              <a:chExt cx="1290" cy="780"/>
            </a:xfrm>
          </p:grpSpPr>
          <p:pic>
            <p:nvPicPr>
              <p:cNvPr id="66" name="图片 65" descr="卫星"/>
              <p:cNvPicPr>
                <a:picLocks noChangeAspect="1"/>
              </p:cNvPicPr>
              <p:nvPr>
                <p:custDataLst>
                  <p:tags r:id="rId46"/>
                </p:custDataLst>
              </p:nvPr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3163" y="5516"/>
                <a:ext cx="780" cy="780"/>
              </a:xfrm>
              <a:prstGeom prst="rect">
                <a:avLst/>
              </a:prstGeom>
            </p:spPr>
          </p:pic>
          <p:pic>
            <p:nvPicPr>
              <p:cNvPr id="67" name="图片 66" descr="服务器"/>
              <p:cNvPicPr>
                <a:picLocks noChangeAspect="1"/>
              </p:cNvPicPr>
              <p:nvPr>
                <p:custDataLst>
                  <p:tags r:id="rId47"/>
                </p:custDataLst>
              </p:nvPr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3943" y="5516"/>
                <a:ext cx="510" cy="510"/>
              </a:xfrm>
              <a:prstGeom prst="rect">
                <a:avLst/>
              </a:prstGeom>
            </p:spPr>
          </p:pic>
        </p:grpSp>
        <p:pic>
          <p:nvPicPr>
            <p:cNvPr id="68" name="图片 67" descr="云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452" y="4691"/>
              <a:ext cx="1519" cy="1797"/>
            </a:xfrm>
            <a:prstGeom prst="rect">
              <a:avLst/>
            </a:prstGeom>
          </p:spPr>
        </p:pic>
        <p:cxnSp>
          <p:nvCxnSpPr>
            <p:cNvPr id="69" name="直接箭头连接符 68"/>
            <p:cNvCxnSpPr/>
            <p:nvPr/>
          </p:nvCxnSpPr>
          <p:spPr>
            <a:xfrm>
              <a:off x="14702" y="4794"/>
              <a:ext cx="353" cy="502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70" name="图片 69" descr="卫星信号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4841" y="5297"/>
              <a:ext cx="816" cy="816"/>
            </a:xfrm>
            <a:prstGeom prst="rect">
              <a:avLst/>
            </a:prstGeom>
          </p:spPr>
        </p:pic>
        <p:cxnSp>
          <p:nvCxnSpPr>
            <p:cNvPr id="71" name="直接箭头连接符 70"/>
            <p:cNvCxnSpPr/>
            <p:nvPr/>
          </p:nvCxnSpPr>
          <p:spPr>
            <a:xfrm flipV="1">
              <a:off x="13692" y="5898"/>
              <a:ext cx="1158" cy="647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2" name="直接箭头连接符 71"/>
            <p:cNvCxnSpPr/>
            <p:nvPr/>
          </p:nvCxnSpPr>
          <p:spPr>
            <a:xfrm flipV="1">
              <a:off x="15702" y="4990"/>
              <a:ext cx="817" cy="451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3" name="直接箭头连接符 72"/>
            <p:cNvCxnSpPr/>
            <p:nvPr/>
          </p:nvCxnSpPr>
          <p:spPr>
            <a:xfrm>
              <a:off x="15290" y="6114"/>
              <a:ext cx="353" cy="502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4" name="文本框 73"/>
            <p:cNvSpPr txBox="1"/>
            <p:nvPr/>
          </p:nvSpPr>
          <p:spPr>
            <a:xfrm>
              <a:off x="15971" y="5529"/>
              <a:ext cx="164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</a:rPr>
                <a:t>区域</a:t>
              </a:r>
              <a:endParaRPr lang="zh-CN" altLang="en-US" b="1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b="1">
                  <a:solidFill>
                    <a:srgbClr val="FF0000"/>
                  </a:solidFill>
                </a:rPr>
                <a:t>控制器</a:t>
              </a:r>
              <a:r>
                <a:rPr lang="en-US" altLang="zh-CN" b="1">
                  <a:solidFill>
                    <a:srgbClr val="FF0000"/>
                  </a:solidFill>
                </a:rPr>
                <a:t> 1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</p:grpSp>
      <p:sp>
        <p:nvSpPr>
          <p:cNvPr id="76" name="椭圆 75"/>
          <p:cNvSpPr/>
          <p:nvPr/>
        </p:nvSpPr>
        <p:spPr>
          <a:xfrm>
            <a:off x="5604510" y="2864485"/>
            <a:ext cx="2372360" cy="1896110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8" name="直接箭头连接符 77"/>
          <p:cNvCxnSpPr/>
          <p:nvPr/>
        </p:nvCxnSpPr>
        <p:spPr>
          <a:xfrm flipV="1">
            <a:off x="3075305" y="2044065"/>
            <a:ext cx="2908300" cy="1311275"/>
          </a:xfrm>
          <a:prstGeom prst="straightConnector1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 flipV="1">
            <a:off x="6899275" y="2109470"/>
            <a:ext cx="36195" cy="1189355"/>
          </a:xfrm>
          <a:prstGeom prst="straightConnector1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 flipH="1" flipV="1">
            <a:off x="7641590" y="2051685"/>
            <a:ext cx="2430145" cy="1535430"/>
          </a:xfrm>
          <a:prstGeom prst="straightConnector1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平行四边形 80"/>
          <p:cNvSpPr/>
          <p:nvPr/>
        </p:nvSpPr>
        <p:spPr>
          <a:xfrm>
            <a:off x="1543050" y="5483860"/>
            <a:ext cx="10119995" cy="1203960"/>
          </a:xfrm>
          <a:prstGeom prst="parallelogram">
            <a:avLst>
              <a:gd name="adj" fmla="val 35179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0" y="3674110"/>
            <a:ext cx="1663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</a:rPr>
              <a:t>低轨卫星</a:t>
            </a:r>
            <a:r>
              <a:rPr lang="zh-CN" altLang="en-US" b="1">
                <a:solidFill>
                  <a:srgbClr val="FF0000"/>
                </a:solidFill>
              </a:rPr>
              <a:t>层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3" name="等腰三角形 82"/>
          <p:cNvSpPr/>
          <p:nvPr/>
        </p:nvSpPr>
        <p:spPr>
          <a:xfrm>
            <a:off x="1936115" y="4805680"/>
            <a:ext cx="4785995" cy="678180"/>
          </a:xfrm>
          <a:prstGeom prst="triangle">
            <a:avLst>
              <a:gd name="adj" fmla="val 25764"/>
            </a:avLst>
          </a:prstGeom>
          <a:gradFill>
            <a:gsLst>
              <a:gs pos="75000">
                <a:srgbClr val="FFD2AC">
                  <a:alpha val="55000"/>
                </a:srgbClr>
              </a:gs>
              <a:gs pos="0">
                <a:srgbClr val="FF3E35">
                  <a:lumMod val="77000"/>
                  <a:alpha val="13000"/>
                  <a:lumOff val="23000"/>
                </a:srgbClr>
              </a:gs>
              <a:gs pos="100000">
                <a:schemeClr val="bg1">
                  <a:alpha val="65000"/>
                </a:schemeClr>
              </a:gs>
            </a:gsLst>
            <a:lin ang="552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等腰三角形 83"/>
          <p:cNvSpPr/>
          <p:nvPr/>
        </p:nvSpPr>
        <p:spPr>
          <a:xfrm>
            <a:off x="4354195" y="4860925"/>
            <a:ext cx="4785995" cy="678180"/>
          </a:xfrm>
          <a:prstGeom prst="triangle">
            <a:avLst>
              <a:gd name="adj" fmla="val 49422"/>
            </a:avLst>
          </a:prstGeom>
          <a:gradFill>
            <a:gsLst>
              <a:gs pos="75000">
                <a:schemeClr val="accent1">
                  <a:lumMod val="20000"/>
                  <a:lumOff val="80000"/>
                  <a:alpha val="7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bg1">
                  <a:alpha val="66000"/>
                </a:schemeClr>
              </a:gs>
            </a:gsLst>
            <a:lin ang="552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等腰三角形 84"/>
          <p:cNvSpPr/>
          <p:nvPr/>
        </p:nvSpPr>
        <p:spPr>
          <a:xfrm>
            <a:off x="7021195" y="4760595"/>
            <a:ext cx="4785995" cy="678180"/>
          </a:xfrm>
          <a:prstGeom prst="triangle">
            <a:avLst>
              <a:gd name="adj" fmla="val 77603"/>
            </a:avLst>
          </a:prstGeom>
          <a:gradFill>
            <a:gsLst>
              <a:gs pos="75000">
                <a:schemeClr val="accent4">
                  <a:lumMod val="20000"/>
                  <a:lumOff val="80000"/>
                  <a:alpha val="64000"/>
                </a:schemeClr>
              </a:gs>
              <a:gs pos="0">
                <a:schemeClr val="accent4">
                  <a:lumMod val="60000"/>
                  <a:lumOff val="40000"/>
                </a:schemeClr>
              </a:gs>
              <a:gs pos="100000">
                <a:schemeClr val="bg1">
                  <a:alpha val="66000"/>
                </a:schemeClr>
              </a:gs>
            </a:gsLst>
            <a:lin ang="552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418715" y="5598160"/>
            <a:ext cx="585470" cy="831850"/>
          </a:xfrm>
          <a:prstGeom prst="rect">
            <a:avLst/>
          </a:prstGeom>
        </p:spPr>
      </p:pic>
      <p:sp>
        <p:nvSpPr>
          <p:cNvPr id="87" name="文本框 86"/>
          <p:cNvSpPr txBox="1"/>
          <p:nvPr/>
        </p:nvSpPr>
        <p:spPr>
          <a:xfrm>
            <a:off x="2113915" y="6412230"/>
            <a:ext cx="11506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手机用户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pic>
        <p:nvPicPr>
          <p:cNvPr id="88" name="图片 87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817620" y="5598160"/>
            <a:ext cx="1423035" cy="859790"/>
          </a:xfrm>
          <a:prstGeom prst="rect">
            <a:avLst/>
          </a:prstGeom>
        </p:spPr>
      </p:pic>
      <p:sp>
        <p:nvSpPr>
          <p:cNvPr id="89" name="文本框 88"/>
          <p:cNvSpPr txBox="1"/>
          <p:nvPr/>
        </p:nvSpPr>
        <p:spPr>
          <a:xfrm>
            <a:off x="3953510" y="6412230"/>
            <a:ext cx="11506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无人机</a:t>
            </a:r>
            <a:r>
              <a:rPr lang="zh-CN" altLang="en-US" sz="1200" b="1">
                <a:solidFill>
                  <a:schemeClr val="tx1"/>
                </a:solidFill>
              </a:rPr>
              <a:t>编队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983605" y="5598160"/>
            <a:ext cx="811530" cy="860425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5812790" y="6412230"/>
            <a:ext cx="11506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高空平台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pic>
        <p:nvPicPr>
          <p:cNvPr id="92" name="图片 91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681595" y="5598160"/>
            <a:ext cx="790575" cy="777240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403465" y="6412230"/>
            <a:ext cx="11506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飞机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pic>
        <p:nvPicPr>
          <p:cNvPr id="94" name="图片 93" descr="车联网车辆识别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 rot="16200000">
            <a:off x="9468485" y="5598160"/>
            <a:ext cx="914400" cy="914400"/>
          </a:xfrm>
          <a:prstGeom prst="rect">
            <a:avLst/>
          </a:prstGeom>
        </p:spPr>
      </p:pic>
      <p:sp>
        <p:nvSpPr>
          <p:cNvPr id="95" name="文本框 94"/>
          <p:cNvSpPr txBox="1"/>
          <p:nvPr/>
        </p:nvSpPr>
        <p:spPr>
          <a:xfrm>
            <a:off x="9232265" y="6430010"/>
            <a:ext cx="11506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车联网</a:t>
            </a:r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0153503&quot;,&quot;origin&quot;:0,&quot;type&quot;:&quot;icons&quot;,&quot;user&quot;:&quot;245216284&quot;}"/>
</p:tagLst>
</file>

<file path=ppt/tags/tag2.xml><?xml version="1.0" encoding="utf-8"?>
<p:tagLst xmlns:p="http://schemas.openxmlformats.org/presentationml/2006/main">
  <p:tag name="KSO_DOCER_RESOURCE_TRACE_INFO" val="{&quot;id&quot;:&quot;20153503&quot;,&quot;origin&quot;:0,&quot;type&quot;:&quot;icons&quot;,&quot;user&quot;:&quot;245216284&quot;}"/>
</p:tagLst>
</file>

<file path=ppt/tags/tag3.xml><?xml version="1.0" encoding="utf-8"?>
<p:tagLst xmlns:p="http://schemas.openxmlformats.org/presentationml/2006/main">
  <p:tag name="KSO_DOCER_RESOURCE_TRACE_INFO" val="{&quot;id&quot;:&quot;20153503&quot;,&quot;origin&quot;:0,&quot;type&quot;:&quot;icons&quot;,&quot;user&quot;:&quot;245216284&quot;}"/>
</p:tagLst>
</file>

<file path=ppt/tags/tag4.xml><?xml version="1.0" encoding="utf-8"?>
<p:tagLst xmlns:p="http://schemas.openxmlformats.org/presentationml/2006/main">
  <p:tag name="KSO_DOCER_RESOURCE_TRACE_INFO" val="{&quot;id&quot;:&quot;20286838&quot;,&quot;origin&quot;:0,&quot;type&quot;:&quot;icons&quot;,&quot;user&quot;:&quot;245216284&quot;}"/>
</p:tagLst>
</file>

<file path=ppt/tags/tag5.xml><?xml version="1.0" encoding="utf-8"?>
<p:tagLst xmlns:p="http://schemas.openxmlformats.org/presentationml/2006/main">
  <p:tag name="KSO_DOCER_RESOURCE_TRACE_INFO" val="{&quot;id&quot;:&quot;50030959&quot;,&quot;origin&quot;:0,&quot;type&quot;:&quot;icons&quot;,&quot;user&quot;:&quot;245216284&quot;}"/>
</p:tagLst>
</file>

<file path=ppt/tags/tag6.xml><?xml version="1.0" encoding="utf-8"?>
<p:tagLst xmlns:p="http://schemas.openxmlformats.org/presentationml/2006/main">
  <p:tag name="KSO_DOCER_RESOURCE_TRACE_INFO" val="{&quot;id&quot;:&quot;20263562&quot;,&quot;origin&quot;:0,&quot;type&quot;:&quot;icons&quot;,&quot;user&quot;:&quot;245216284&quot;}"/>
</p:tagLst>
</file>

<file path=ppt/tags/tag7.xml><?xml version="1.0" encoding="utf-8"?>
<p:tagLst xmlns:p="http://schemas.openxmlformats.org/presentationml/2006/main">
  <p:tag name="KSO_DOCER_RESOURCE_TRACE_INFO" val="{&quot;id&quot;:&quot;50030959&quot;,&quot;origin&quot;:0,&quot;type&quot;:&quot;icons&quot;,&quot;user&quot;:&quot;245216284&quot;}"/>
</p:tagLst>
</file>

<file path=ppt/tags/tag8.xml><?xml version="1.0" encoding="utf-8"?>
<p:tagLst xmlns:p="http://schemas.openxmlformats.org/presentationml/2006/main">
  <p:tag name="KSO_DOCER_RESOURCE_TRACE_INFO" val="{&quot;id&quot;:&quot;20263562&quot;,&quot;origin&quot;:0,&quot;type&quot;:&quot;icons&quot;,&quot;user&quot;:&quot;245216284&quot;}"/>
</p:tagLst>
</file>

<file path=ppt/tags/tag9.xml><?xml version="1.0" encoding="utf-8"?>
<p:tagLst xmlns:p="http://schemas.openxmlformats.org/presentationml/2006/main">
  <p:tag name="KSO_DOCER_RESOURCE_TRACE_INFO" val="{&quot;id&quot;:&quot;50030959&quot;,&quot;origin&quot;:0,&quot;type&quot;:&quot;icons&quot;,&quot;user&quot;:&quot;245216284&quot;}"/>
</p:tagLst>
</file>

<file path=ppt/tags/tag10.xml><?xml version="1.0" encoding="utf-8"?>
<p:tagLst xmlns:p="http://schemas.openxmlformats.org/presentationml/2006/main">
  <p:tag name="KSO_DOCER_RESOURCE_TRACE_INFO" val="{&quot;id&quot;:&quot;20263562&quot;,&quot;origin&quot;:0,&quot;type&quot;:&quot;icons&quot;,&quot;user&quot;:&quot;245216284&quot;}"/>
</p:tagLst>
</file>

<file path=ppt/tags/tag11.xml><?xml version="1.0" encoding="utf-8"?>
<p:tagLst xmlns:p="http://schemas.openxmlformats.org/presentationml/2006/main">
  <p:tag name="KSO_DOCER_RESOURCE_TRACE_INFO" val="{&quot;id&quot;:&quot;50030959&quot;,&quot;origin&quot;:0,&quot;type&quot;:&quot;icons&quot;,&quot;user&quot;:&quot;245216284&quot;}"/>
</p:tagLst>
</file>

<file path=ppt/tags/tag12.xml><?xml version="1.0" encoding="utf-8"?>
<p:tagLst xmlns:p="http://schemas.openxmlformats.org/presentationml/2006/main">
  <p:tag name="KSO_DOCER_RESOURCE_TRACE_INFO" val="{&quot;id&quot;:&quot;20263562&quot;,&quot;origin&quot;:0,&quot;type&quot;:&quot;icons&quot;,&quot;user&quot;:&quot;245216284&quot;}"/>
</p:tagLst>
</file>

<file path=ppt/tags/tag13.xml><?xml version="1.0" encoding="utf-8"?>
<p:tagLst xmlns:p="http://schemas.openxmlformats.org/presentationml/2006/main">
  <p:tag name="KSO_DOCER_RESOURCE_TRACE_INFO" val="{&quot;id&quot;:&quot;20286838&quot;,&quot;origin&quot;:0,&quot;type&quot;:&quot;icons&quot;,&quot;user&quot;:&quot;245216284&quot;}"/>
</p:tagLst>
</file>

<file path=ppt/tags/tag14.xml><?xml version="1.0" encoding="utf-8"?>
<p:tagLst xmlns:p="http://schemas.openxmlformats.org/presentationml/2006/main">
  <p:tag name="KSO_DOCER_RESOURCE_TRACE_INFO" val="{&quot;id&quot;:&quot;21557326&quot;,&quot;origin&quot;:0,&quot;type&quot;:&quot;icons&quot;,&quot;user&quot;:&quot;245216284&quot;}"/>
</p:tagLst>
</file>

<file path=ppt/tags/tag15.xml><?xml version="1.0" encoding="utf-8"?>
<p:tagLst xmlns:p="http://schemas.openxmlformats.org/presentationml/2006/main">
  <p:tag name="KSO_DOCER_RESOURCE_TRACE_INFO" val="{&quot;id&quot;:&quot;50030959&quot;,&quot;origin&quot;:0,&quot;type&quot;:&quot;icons&quot;,&quot;user&quot;:&quot;245216284&quot;}"/>
</p:tagLst>
</file>

<file path=ppt/tags/tag16.xml><?xml version="1.0" encoding="utf-8"?>
<p:tagLst xmlns:p="http://schemas.openxmlformats.org/presentationml/2006/main">
  <p:tag name="KSO_DOCER_RESOURCE_TRACE_INFO" val="{&quot;id&quot;:&quot;20263562&quot;,&quot;origin&quot;:0,&quot;type&quot;:&quot;icons&quot;,&quot;user&quot;:&quot;245216284&quot;}"/>
</p:tagLst>
</file>

<file path=ppt/tags/tag17.xml><?xml version="1.0" encoding="utf-8"?>
<p:tagLst xmlns:p="http://schemas.openxmlformats.org/presentationml/2006/main">
  <p:tag name="KSO_DOCER_RESOURCE_TRACE_INFO" val="{&quot;id&quot;:&quot;50030959&quot;,&quot;origin&quot;:0,&quot;type&quot;:&quot;icons&quot;,&quot;user&quot;:&quot;245216284&quot;}"/>
</p:tagLst>
</file>

<file path=ppt/tags/tag18.xml><?xml version="1.0" encoding="utf-8"?>
<p:tagLst xmlns:p="http://schemas.openxmlformats.org/presentationml/2006/main">
  <p:tag name="KSO_DOCER_RESOURCE_TRACE_INFO" val="{&quot;id&quot;:&quot;20263562&quot;,&quot;origin&quot;:0,&quot;type&quot;:&quot;icons&quot;,&quot;user&quot;:&quot;245216284&quot;}"/>
</p:tagLst>
</file>

<file path=ppt/tags/tag19.xml><?xml version="1.0" encoding="utf-8"?>
<p:tagLst xmlns:p="http://schemas.openxmlformats.org/presentationml/2006/main">
  <p:tag name="KSO_DOCER_RESOURCE_TRACE_INFO" val="{&quot;id&quot;:&quot;50030959&quot;,&quot;origin&quot;:0,&quot;type&quot;:&quot;icons&quot;,&quot;user&quot;:&quot;245216284&quot;}"/>
</p:tagLst>
</file>

<file path=ppt/tags/tag20.xml><?xml version="1.0" encoding="utf-8"?>
<p:tagLst xmlns:p="http://schemas.openxmlformats.org/presentationml/2006/main">
  <p:tag name="KSO_DOCER_RESOURCE_TRACE_INFO" val="{&quot;id&quot;:&quot;20263562&quot;,&quot;origin&quot;:0,&quot;type&quot;:&quot;icons&quot;,&quot;user&quot;:&quot;245216284&quot;}"/>
</p:tagLst>
</file>

<file path=ppt/tags/tag21.xml><?xml version="1.0" encoding="utf-8"?>
<p:tagLst xmlns:p="http://schemas.openxmlformats.org/presentationml/2006/main">
  <p:tag name="KSO_DOCER_RESOURCE_TRACE_INFO" val="{&quot;id&quot;:&quot;50030959&quot;,&quot;origin&quot;:0,&quot;type&quot;:&quot;icons&quot;,&quot;user&quot;:&quot;245216284&quot;}"/>
</p:tagLst>
</file>

<file path=ppt/tags/tag22.xml><?xml version="1.0" encoding="utf-8"?>
<p:tagLst xmlns:p="http://schemas.openxmlformats.org/presentationml/2006/main">
  <p:tag name="KSO_DOCER_RESOURCE_TRACE_INFO" val="{&quot;id&quot;:&quot;20263562&quot;,&quot;origin&quot;:0,&quot;type&quot;:&quot;icons&quot;,&quot;user&quot;:&quot;245216284&quot;}"/>
</p:tagLst>
</file>

<file path=ppt/tags/tag23.xml><?xml version="1.0" encoding="utf-8"?>
<p:tagLst xmlns:p="http://schemas.openxmlformats.org/presentationml/2006/main">
  <p:tag name="KSO_DOCER_RESOURCE_TRACE_INFO" val="{&quot;id&quot;:&quot;20286838&quot;,&quot;origin&quot;:0,&quot;type&quot;:&quot;icons&quot;,&quot;user&quot;:&quot;245216284&quot;}"/>
</p:tagLst>
</file>

<file path=ppt/tags/tag24.xml><?xml version="1.0" encoding="utf-8"?>
<p:tagLst xmlns:p="http://schemas.openxmlformats.org/presentationml/2006/main">
  <p:tag name="KSO_DOCER_RESOURCE_TRACE_INFO" val="{&quot;id&quot;:&quot;21557326&quot;,&quot;origin&quot;:0,&quot;type&quot;:&quot;icons&quot;,&quot;user&quot;:&quot;245216284&quot;}"/>
</p:tagLst>
</file>

<file path=ppt/tags/tag25.xml><?xml version="1.0" encoding="utf-8"?>
<p:tagLst xmlns:p="http://schemas.openxmlformats.org/presentationml/2006/main">
  <p:tag name="KSO_DOCER_RESOURCE_TRACE_INFO" val="{&quot;id&quot;:&quot;50030959&quot;,&quot;origin&quot;:0,&quot;type&quot;:&quot;icons&quot;,&quot;user&quot;:&quot;245216284&quot;}"/>
</p:tagLst>
</file>

<file path=ppt/tags/tag26.xml><?xml version="1.0" encoding="utf-8"?>
<p:tagLst xmlns:p="http://schemas.openxmlformats.org/presentationml/2006/main">
  <p:tag name="KSO_DOCER_RESOURCE_TRACE_INFO" val="{&quot;id&quot;:&quot;20263562&quot;,&quot;origin&quot;:0,&quot;type&quot;:&quot;icons&quot;,&quot;user&quot;:&quot;245216284&quot;}"/>
</p:tagLst>
</file>

<file path=ppt/tags/tag27.xml><?xml version="1.0" encoding="utf-8"?>
<p:tagLst xmlns:p="http://schemas.openxmlformats.org/presentationml/2006/main">
  <p:tag name="KSO_DOCER_RESOURCE_TRACE_INFO" val="{&quot;id&quot;:&quot;50030959&quot;,&quot;origin&quot;:0,&quot;type&quot;:&quot;icons&quot;,&quot;user&quot;:&quot;245216284&quot;}"/>
</p:tagLst>
</file>

<file path=ppt/tags/tag28.xml><?xml version="1.0" encoding="utf-8"?>
<p:tagLst xmlns:p="http://schemas.openxmlformats.org/presentationml/2006/main">
  <p:tag name="KSO_DOCER_RESOURCE_TRACE_INFO" val="{&quot;id&quot;:&quot;20263562&quot;,&quot;origin&quot;:0,&quot;type&quot;:&quot;icons&quot;,&quot;user&quot;:&quot;245216284&quot;}"/>
</p:tagLst>
</file>

<file path=ppt/tags/tag29.xml><?xml version="1.0" encoding="utf-8"?>
<p:tagLst xmlns:p="http://schemas.openxmlformats.org/presentationml/2006/main">
  <p:tag name="KSO_DOCER_RESOURCE_TRACE_INFO" val="{&quot;id&quot;:&quot;50030959&quot;,&quot;origin&quot;:0,&quot;type&quot;:&quot;icons&quot;,&quot;user&quot;:&quot;245216284&quot;}"/>
</p:tagLst>
</file>

<file path=ppt/tags/tag30.xml><?xml version="1.0" encoding="utf-8"?>
<p:tagLst xmlns:p="http://schemas.openxmlformats.org/presentationml/2006/main">
  <p:tag name="KSO_DOCER_RESOURCE_TRACE_INFO" val="{&quot;id&quot;:&quot;20263562&quot;,&quot;origin&quot;:0,&quot;type&quot;:&quot;icons&quot;,&quot;user&quot;:&quot;245216284&quot;}"/>
</p:tagLst>
</file>

<file path=ppt/tags/tag31.xml><?xml version="1.0" encoding="utf-8"?>
<p:tagLst xmlns:p="http://schemas.openxmlformats.org/presentationml/2006/main">
  <p:tag name="KSO_DOCER_RESOURCE_TRACE_INFO" val="{&quot;id&quot;:&quot;50030959&quot;,&quot;origin&quot;:0,&quot;type&quot;:&quot;icons&quot;,&quot;user&quot;:&quot;245216284&quot;}"/>
</p:tagLst>
</file>

<file path=ppt/tags/tag32.xml><?xml version="1.0" encoding="utf-8"?>
<p:tagLst xmlns:p="http://schemas.openxmlformats.org/presentationml/2006/main">
  <p:tag name="KSO_DOCER_RESOURCE_TRACE_INFO" val="{&quot;id&quot;:&quot;20263562&quot;,&quot;origin&quot;:0,&quot;type&quot;:&quot;icons&quot;,&quot;user&quot;:&quot;245216284&quot;}"/>
</p:tagLst>
</file>

<file path=ppt/tags/tag33.xml><?xml version="1.0" encoding="utf-8"?>
<p:tagLst xmlns:p="http://schemas.openxmlformats.org/presentationml/2006/main">
  <p:tag name="KSO_DOCER_RESOURCE_TRACE_INFO" val="{&quot;id&quot;:&quot;20286838&quot;,&quot;origin&quot;:0,&quot;type&quot;:&quot;icons&quot;,&quot;user&quot;:&quot;245216284&quot;}"/>
</p:tagLst>
</file>

<file path=ppt/tags/tag34.xml><?xml version="1.0" encoding="utf-8"?>
<p:tagLst xmlns:p="http://schemas.openxmlformats.org/presentationml/2006/main">
  <p:tag name="KSO_DOCER_RESOURCE_TRACE_INFO" val="{&quot;id&quot;:&quot;21557326&quot;,&quot;origin&quot;:0,&quot;type&quot;:&quot;icons&quot;,&quot;user&quot;:&quot;245216284&quot;}"/>
</p:tagLst>
</file>

<file path=ppt/tags/tag35.xml><?xml version="1.0" encoding="utf-8"?>
<p:tagLst xmlns:p="http://schemas.openxmlformats.org/presentationml/2006/main">
  <p:tag name="KSO_DOCER_RESOURCE_TRACE_INFO" val="{&quot;id&quot;:&quot;21557438&quot;,&quot;origin&quot;:0,&quot;type&quot;:&quot;icons&quot;,&quot;user&quot;:&quot;245216284&quot;}"/>
</p:tagLst>
</file>

<file path=ppt/tags/tag36.xml><?xml version="1.0" encoding="utf-8"?>
<p:tagLst xmlns:p="http://schemas.openxmlformats.org/presentationml/2006/main">
  <p:tag name="resource_record_key" val="{&quot;10&quot;:[20153503,20286838,50030959,20263562,21557326,21557438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WPS 演示</Application>
  <PresentationFormat>宽屏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71</cp:revision>
  <dcterms:created xsi:type="dcterms:W3CDTF">2023-08-09T12:44:00Z</dcterms:created>
  <dcterms:modified xsi:type="dcterms:W3CDTF">2026-07-14T09:50:53Z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FAC87E0DF7CF4D1796726B2A96A9C4A2_12</vt:lpwstr>
  </property>
</Properties>
</file>